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27BF-22B1-25D6-65A5-224E1EA28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DA2BB-6E43-2340-A94D-7A88661F8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12DA7-96AC-F3AB-D0F1-2D34F2BD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ED30A-D809-328F-EF4D-81D0764C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C277-8CE4-2F86-E9B2-24B6B0F0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179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8F01-0510-3A5A-B5E4-4F7D86AD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7BE3-4C64-74EA-7AE6-D2FC30994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661DE-B1AC-CD0F-AE56-25BB9C76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A549E-E434-D06A-23FC-3E873900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BA4A3-95D0-5BB8-6BC5-A015D51C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020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8398-2603-2AC3-99FD-C9227413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E1EAE-4646-3491-019B-8C869BC7C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FDB60-862A-0B66-CCF4-9C4293D3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B558-DA86-7058-8445-415D8BEB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9B16A-EEC0-951D-1AC6-11E9069C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223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F74B-BB4B-B1FC-C526-D515BE69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B4127-FB3F-28E4-7806-45B6C50BF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16DAB-8041-C90F-BF3C-0AC13AD9F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69C7C-7A4C-3A89-9C52-CE618844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8DD56-EE07-EBB0-82BF-EBF67ECF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F0FC7-63A4-7A60-1BC7-6DBD393F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728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4012-6FDF-4E3D-8961-412AD9CF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BDD69-0224-12A2-1AC0-5AD0B12BF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A8828-F1E9-0B50-B5AC-9BC117783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04645-3F2F-FEC1-BA07-CA0C95A34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E8880-51EE-F5A6-9629-CC533000E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B865A-976A-783B-2C83-31603293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9D563-1147-78FD-2B33-B37F4FA4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26B18-D662-2DC9-8844-F9EBB871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448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F644-EB42-D9CB-78BE-E14A4B4A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9BFFD-0DAA-94CE-381A-698F6B25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7363A-573E-8C8D-11AE-2ECCCB1D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C79EC-A27B-9335-B36C-B268D351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6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54871-52E6-6483-7B6F-94CBB4A0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EE096-F095-79C3-D551-EE40B194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BF0B1-A044-D0D8-AA1F-93E5581C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121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11A8-B94A-1FB9-8C28-A2979E56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DD100-7623-2DB0-C1D3-3F2A0538F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7F90B-4637-E7B9-2D3B-D1D321690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172FF-D768-FD48-2A6D-AA7D20B8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7D611-7A7B-8EA6-2A98-7D1F1072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8FE41-6F72-B2AF-2671-EAC2DE89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3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57A1-EDE4-C749-CCEB-109DCEC9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CA4A4E-EA33-9CAD-28C8-2DB12CD74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A9F73-5118-0584-AC92-1994CDE39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CDB3E-3BA6-D152-1DC3-C0058E4E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41A27-17C6-5F87-3090-F3C107E0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DC183-897A-4DC2-E926-C1C12352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790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75EE-A8B4-2846-ED8E-0EE342F8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D06C4-C8DF-EF80-376E-7BCBD05F0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1CC48-8764-E047-1583-EB0D7633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3943-DBA7-9860-4C60-48B83B68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9014-D8A4-2FDD-8850-F9C52E6F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0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8DA05-AB1C-2EFA-B181-3008135E8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D3A0F-B0C8-593C-970D-990401D8A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8666-A560-0677-7B7B-54E66B25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5A74C-E7C8-E7DC-5423-CEAB8467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9B7F4-B90B-E6B0-388D-729785CD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489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2D145-BFD4-5514-4199-75BB6A62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6C2F4-9D00-7039-AFD5-5D4D9B451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0F581-2BD6-037F-2D87-DB787C68A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7AF77-2F3E-43C4-A9D3-8EF5FFBC84BD}" type="datetimeFigureOut">
              <a:rPr lang="en-ZA" smtClean="0"/>
              <a:t>14 May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0C714-F94E-B358-1B68-80C109CD0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C3B2-A559-C22B-56AA-F682A7B6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FA854-C16A-46D4-AAC8-510CF2CCF3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718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EF85-6C40-9671-7399-74CB6F0FD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{{SN}}</a:t>
            </a:r>
            <a:br>
              <a:rPr lang="en-ZA"/>
            </a:br>
            <a:r>
              <a:rPr lang="en-ZA"/>
              <a:t>{{MODEL}}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4B9FA-06FA-5F41-90AA-B3085937F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387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{{SN}} {{MODEL}}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Ungerer</dc:creator>
  <cp:lastModifiedBy>Jason Ungerer</cp:lastModifiedBy>
  <cp:revision>1</cp:revision>
  <dcterms:created xsi:type="dcterms:W3CDTF">2026-05-14T09:53:37Z</dcterms:created>
  <dcterms:modified xsi:type="dcterms:W3CDTF">2026-05-14T09:54:19Z</dcterms:modified>
</cp:coreProperties>
</file>