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image" Target="../media/image48.jpg"/><Relationship Id="rId9" Type="http://schemas.openxmlformats.org/officeDocument/2006/relationships/image" Target="../media/image49.jpg"/><Relationship Id="rId10" Type="http://schemas.openxmlformats.org/officeDocument/2006/relationships/image" Target="../media/image50.jpg"/><Relationship Id="rId11" Type="http://schemas.openxmlformats.org/officeDocument/2006/relationships/image" Target="../media/image5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Relationship Id="rId10" Type="http://schemas.openxmlformats.org/officeDocument/2006/relationships/image" Target="../media/image60.jpg"/><Relationship Id="rId11" Type="http://schemas.openxmlformats.org/officeDocument/2006/relationships/image" Target="../media/image6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jpg"/><Relationship Id="rId10" Type="http://schemas.openxmlformats.org/officeDocument/2006/relationships/image" Target="../media/image70.jpg"/><Relationship Id="rId11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76.jpg"/><Relationship Id="rId7" Type="http://schemas.openxmlformats.org/officeDocument/2006/relationships/image" Target="../media/image77.jpg"/><Relationship Id="rId8" Type="http://schemas.openxmlformats.org/officeDocument/2006/relationships/image" Target="../media/image78.jp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88.jpg"/><Relationship Id="rId9" Type="http://schemas.openxmlformats.org/officeDocument/2006/relationships/image" Target="../media/image89.jpg"/><Relationship Id="rId10" Type="http://schemas.openxmlformats.org/officeDocument/2006/relationships/image" Target="../media/image90.jpg"/><Relationship Id="rId11" Type="http://schemas.openxmlformats.org/officeDocument/2006/relationships/image" Target="../media/image9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100.jpg"/><Relationship Id="rId11" Type="http://schemas.openxmlformats.org/officeDocument/2006/relationships/image" Target="../media/image10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Relationship Id="rId4" Type="http://schemas.openxmlformats.org/officeDocument/2006/relationships/image" Target="../media/image104.jpg"/><Relationship Id="rId5" Type="http://schemas.openxmlformats.org/officeDocument/2006/relationships/image" Target="../media/image105.jpg"/><Relationship Id="rId6" Type="http://schemas.openxmlformats.org/officeDocument/2006/relationships/image" Target="../media/image106.jpg"/><Relationship Id="rId7" Type="http://schemas.openxmlformats.org/officeDocument/2006/relationships/image" Target="../media/image107.jpg"/><Relationship Id="rId8" Type="http://schemas.openxmlformats.org/officeDocument/2006/relationships/image" Target="../media/image108.jpg"/><Relationship Id="rId9" Type="http://schemas.openxmlformats.org/officeDocument/2006/relationships/image" Target="../media/image109.jpg"/><Relationship Id="rId10" Type="http://schemas.openxmlformats.org/officeDocument/2006/relationships/image" Target="../media/image110.jpg"/><Relationship Id="rId11" Type="http://schemas.openxmlformats.org/officeDocument/2006/relationships/image" Target="../media/image1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BA2459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CATERPILLAR 140 K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SZLZ1042; TX713308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BA2459  —  CATERPILLAR 140 K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SZLZ1042; TX713308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CAT0140KJSZL21042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01/04/2025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fresh paint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lots of windowlene 'cos of the bird poo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pouch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28192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5176" y="630021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FRONT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545336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581912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103120" y="628192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139696" y="630021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2660904" y="628192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697480" y="630021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8600" y="652424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65176" y="654253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BUCKET - REAR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545336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581912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103120" y="652424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139696" y="654253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2660904" y="652424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697480" y="654253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28600" y="676656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65176" y="678484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BACKHOE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545336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581912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103120" y="676656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139696" y="678484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2660904" y="676656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97480" y="678484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28600" y="700887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65176" y="702716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FRONT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545336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581912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103120" y="700887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139696" y="702716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660904" y="700887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697480" y="702716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FITTINGS, SURFACE RUST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28600" y="725119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5176" y="726948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HYDRAULIC RAMS - REAR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45336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81912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03120" y="725119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139696" y="726948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660904" y="725119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697480" y="726948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FITTINGS, SURFACE RUST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28600" y="749350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65176" y="751179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LOAD BIN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545336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581912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103120" y="749350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139696" y="751179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660904" y="749350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697480" y="751179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28600" y="773582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65176" y="775411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545336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581912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103120" y="773582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139696" y="775411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2660904" y="773582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697480" y="775411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8600" y="797814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65176" y="79964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COUNTER WEIGHT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545336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581912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103120" y="797814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139696" y="79964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2660904" y="797814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697480" y="79964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SURFACE RUST ON CORNERS &amp; BOLTS RUSTED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28600" y="822045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5176" y="82387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FRONT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545336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581912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103120" y="822045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139696" y="82387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660904" y="822045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697480" y="82387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STEERING ARMS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28600" y="846277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65176" y="84810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FRONT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545336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581912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103120" y="846277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139696" y="84810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660904" y="846277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697480" y="84810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MAIN BLADE, BOOM KNUCKLE &amp; OTHER FITTINGS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28600" y="870508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65176" y="87233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REAR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545336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581912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103120" y="870508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139696" y="87233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660904" y="870508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697480" y="87233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RIPPER AS PER PHOTOS &amp; HYDRAULIC FITTINGS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228600" y="894740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65176" y="89656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REAR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545336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581912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103120" y="894740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139696" y="89656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660904" y="894740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697480" y="89656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RIPPER AS PER PHOTOS &amp; HYDRAULIC FITTINGS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28600" y="918972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65176" y="92080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RIGHT SIDE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545336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581912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103120" y="918972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139696" y="92080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660904" y="918972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697480" y="92080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BOOM, RUST ON STEERING RAM COUPLER &amp; FITTINGS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28600" y="943203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65176" y="94503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LEFT SIDE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581912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103120" y="943203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139696" y="94503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2660904" y="943203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697480" y="94503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 ON BOOM, RUST ON STEERING RAM COUPLER &amp; FITTINGS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28600" y="967435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65176" y="96926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WHEELS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545336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581912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2103120" y="967435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139696" y="96926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2660904" y="967435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697480" y="96926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228600" y="991666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65176" y="99349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STARTING STATUS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545336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581912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103120" y="991666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2139696" y="99349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2660904" y="991666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697480" y="99349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STARTED, MOVED, WASHED, STOWED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28600" y="1015898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265176" y="101772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LASHING HOOKS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545336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581912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2103120" y="1015898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139696" y="101772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660904" y="1015898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2697480" y="101772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RUSTED IN AREAS &amp; ON EDGES AS PER PHOTOS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228600" y="1040130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265176" y="104195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CAB INTERIOR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545336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581912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2103120" y="1040130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139696" y="104195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2660904" y="1040130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697480" y="104195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ORDER, DUSTY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228600" y="1064361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65176" y="106619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ENGINE BAY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545336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581912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2103120" y="1064361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2139696" y="106619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2660904" y="1064361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697480" y="106619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EXHAUST PIPE RUSTED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228600" y="10959084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74320" y="10986516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74320" y="11178540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HUNDREDS.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(7)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(8)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(9)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(10)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BA2459  —  CONDITION PHOTOS  (11)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