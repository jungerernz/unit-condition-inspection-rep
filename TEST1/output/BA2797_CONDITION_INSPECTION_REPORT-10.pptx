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jpg"/><Relationship Id="rId8" Type="http://schemas.openxmlformats.org/officeDocument/2006/relationships/image" Target="../media/image17.jpg"/><Relationship Id="rId9" Type="http://schemas.openxmlformats.org/officeDocument/2006/relationships/image" Target="../media/image18.jpg"/><Relationship Id="rId10" Type="http://schemas.openxmlformats.org/officeDocument/2006/relationships/image" Target="../media/image19.jpg"/><Relationship Id="rId11" Type="http://schemas.openxmlformats.org/officeDocument/2006/relationships/image" Target="../media/image2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jpg"/><Relationship Id="rId8" Type="http://schemas.openxmlformats.org/officeDocument/2006/relationships/image" Target="../media/image27.jpg"/><Relationship Id="rId9" Type="http://schemas.openxmlformats.org/officeDocument/2006/relationships/image" Target="../media/image28.jpg"/><Relationship Id="rId10" Type="http://schemas.openxmlformats.org/officeDocument/2006/relationships/image" Target="../media/image29.jpg"/><Relationship Id="rId11" Type="http://schemas.openxmlformats.org/officeDocument/2006/relationships/image" Target="../media/image3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Relationship Id="rId6" Type="http://schemas.openxmlformats.org/officeDocument/2006/relationships/image" Target="../media/image35.jpg"/><Relationship Id="rId7" Type="http://schemas.openxmlformats.org/officeDocument/2006/relationships/image" Target="../media/image36.jpg"/><Relationship Id="rId8" Type="http://schemas.openxmlformats.org/officeDocument/2006/relationships/image" Target="../media/image37.jpg"/><Relationship Id="rId9" Type="http://schemas.openxmlformats.org/officeDocument/2006/relationships/image" Target="../media/image38.jpg"/><Relationship Id="rId10" Type="http://schemas.openxmlformats.org/officeDocument/2006/relationships/image" Target="../media/image39.jpg"/><Relationship Id="rId11" Type="http://schemas.openxmlformats.org/officeDocument/2006/relationships/image" Target="../media/image4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47.jpg"/><Relationship Id="rId9" Type="http://schemas.openxmlformats.org/officeDocument/2006/relationships/image" Target="../media/image48.jpg"/><Relationship Id="rId10" Type="http://schemas.openxmlformats.org/officeDocument/2006/relationships/image" Target="../media/image49.jpg"/><Relationship Id="rId11" Type="http://schemas.openxmlformats.org/officeDocument/2006/relationships/image" Target="../media/image5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Relationship Id="rId4" Type="http://schemas.openxmlformats.org/officeDocument/2006/relationships/image" Target="../media/image53.jpg"/><Relationship Id="rId5" Type="http://schemas.openxmlformats.org/officeDocument/2006/relationships/image" Target="../media/image54.jpg"/><Relationship Id="rId6" Type="http://schemas.openxmlformats.org/officeDocument/2006/relationships/image" Target="../media/image5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FML WHSE  —  BARTRAC STORAGE UNITS INSPECTION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3657600" cy="36576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0" y="1371600"/>
            <a:ext cx="73152" cy="4114800"/>
          </a:xfrm>
          <a:prstGeom prst="rect">
            <a:avLst/>
          </a:prstGeom>
          <a:solidFill>
            <a:srgbClr val="5FC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0" y="1371600"/>
            <a:ext cx="2286000" cy="73152"/>
          </a:xfrm>
          <a:prstGeom prst="rect">
            <a:avLst/>
          </a:prstGeom>
          <a:solidFill>
            <a:srgbClr val="5FC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3383280"/>
            <a:ext cx="1645920" cy="7315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14984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FC4BF"/>
                </a:solidFill>
                <a:latin typeface="Arial Black"/>
              </a:rPr>
              <a:t>FML FREIGHT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064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7A"/>
                </a:solidFill>
                <a:latin typeface="Calibri Light"/>
              </a:rPr>
              <a:t>SERVICE DRIVEN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BA2797  —  CAT 426 BACKHOE LOADER IN SKD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JZ404401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CAT00426HJZ404401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13/05/2026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Damage to RHS grease nipple on boom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Hinge damaged on BA3036 bucket when nested therein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torch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355080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6382512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657453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Other than mentioned damages to boom hinge resulting in damage to BA3036 bucket during voyage, together with general transit dirt &amp; grime, machine is in excellent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(3)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(4)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(5)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(6)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