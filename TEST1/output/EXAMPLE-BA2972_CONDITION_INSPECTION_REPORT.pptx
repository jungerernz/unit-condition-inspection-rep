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BA2972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CATERPILLAR 426 07A BACKHOE LOADER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CC210768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BA2972  —  CATERPILLAR 426 07A BACKHOE LOADER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CC210768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CAT00426VJZ404202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lots of windowlene 'cos of the bird poo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pouch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Stowed in container,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BA2972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BA2972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