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Relationship Id="rId11" Type="http://schemas.openxmlformats.org/officeDocument/2006/relationships/image" Target="../media/image7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BA2577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740 GC ARTICULATED TRUCK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3F805349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BA2577  —  CATERPILLAR 740 GC ARTICULATED TRUCK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3F805349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CAT00740C3F805349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pouch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HUNDREDS.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(7)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(8)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