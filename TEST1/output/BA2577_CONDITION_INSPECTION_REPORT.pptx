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6858000" cy="1218895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Relationship Id="rId6" Type="http://schemas.openxmlformats.org/officeDocument/2006/relationships/image" Target="../media/image6.jpg"/><Relationship Id="rId7" Type="http://schemas.openxmlformats.org/officeDocument/2006/relationships/image" Target="../media/image7.jpg"/><Relationship Id="rId8" Type="http://schemas.openxmlformats.org/officeDocument/2006/relationships/image" Target="../media/image8.jpg"/><Relationship Id="rId9" Type="http://schemas.openxmlformats.org/officeDocument/2006/relationships/image" Target="../media/image9.jpg"/><Relationship Id="rId10" Type="http://schemas.openxmlformats.org/officeDocument/2006/relationships/image" Target="../media/image10.jpg"/><Relationship Id="rId11" Type="http://schemas.openxmlformats.org/officeDocument/2006/relationships/image" Target="../media/image1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jpg"/><Relationship Id="rId4" Type="http://schemas.openxmlformats.org/officeDocument/2006/relationships/image" Target="../media/image14.jpg"/><Relationship Id="rId5" Type="http://schemas.openxmlformats.org/officeDocument/2006/relationships/image" Target="../media/image15.jpg"/><Relationship Id="rId6" Type="http://schemas.openxmlformats.org/officeDocument/2006/relationships/image" Target="../media/image16.jpg"/><Relationship Id="rId7" Type="http://schemas.openxmlformats.org/officeDocument/2006/relationships/image" Target="../media/image17.jpg"/><Relationship Id="rId8" Type="http://schemas.openxmlformats.org/officeDocument/2006/relationships/image" Target="../media/image18.jpg"/><Relationship Id="rId9" Type="http://schemas.openxmlformats.org/officeDocument/2006/relationships/image" Target="../media/image19.jpg"/><Relationship Id="rId10" Type="http://schemas.openxmlformats.org/officeDocument/2006/relationships/image" Target="../media/image20.jpg"/><Relationship Id="rId11" Type="http://schemas.openxmlformats.org/officeDocument/2006/relationships/image" Target="../media/image2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image" Target="../media/image23.jpg"/><Relationship Id="rId4" Type="http://schemas.openxmlformats.org/officeDocument/2006/relationships/image" Target="../media/image24.jpg"/><Relationship Id="rId5" Type="http://schemas.openxmlformats.org/officeDocument/2006/relationships/image" Target="../media/image25.jpg"/><Relationship Id="rId6" Type="http://schemas.openxmlformats.org/officeDocument/2006/relationships/image" Target="../media/image26.jpg"/><Relationship Id="rId7" Type="http://schemas.openxmlformats.org/officeDocument/2006/relationships/image" Target="../media/image27.jpg"/><Relationship Id="rId8" Type="http://schemas.openxmlformats.org/officeDocument/2006/relationships/image" Target="../media/image28.jpg"/><Relationship Id="rId9" Type="http://schemas.openxmlformats.org/officeDocument/2006/relationships/image" Target="../media/image29.jpg"/><Relationship Id="rId10" Type="http://schemas.openxmlformats.org/officeDocument/2006/relationships/image" Target="../media/image30.jpg"/><Relationship Id="rId11" Type="http://schemas.openxmlformats.org/officeDocument/2006/relationships/image" Target="../media/image3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3.jpg"/><Relationship Id="rId4" Type="http://schemas.openxmlformats.org/officeDocument/2006/relationships/image" Target="../media/image34.jpg"/><Relationship Id="rId5" Type="http://schemas.openxmlformats.org/officeDocument/2006/relationships/image" Target="../media/image35.jpg"/><Relationship Id="rId6" Type="http://schemas.openxmlformats.org/officeDocument/2006/relationships/image" Target="../media/image36.jpg"/><Relationship Id="rId7" Type="http://schemas.openxmlformats.org/officeDocument/2006/relationships/image" Target="../media/image37.jpg"/><Relationship Id="rId8" Type="http://schemas.openxmlformats.org/officeDocument/2006/relationships/image" Target="../media/image38.jpg"/><Relationship Id="rId9" Type="http://schemas.openxmlformats.org/officeDocument/2006/relationships/image" Target="../media/image39.jpg"/><Relationship Id="rId10" Type="http://schemas.openxmlformats.org/officeDocument/2006/relationships/image" Target="../media/image40.jpg"/><Relationship Id="rId11" Type="http://schemas.openxmlformats.org/officeDocument/2006/relationships/image" Target="../media/image4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3.jpg"/><Relationship Id="rId4" Type="http://schemas.openxmlformats.org/officeDocument/2006/relationships/image" Target="../media/image44.jpg"/><Relationship Id="rId5" Type="http://schemas.openxmlformats.org/officeDocument/2006/relationships/image" Target="../media/image45.jpg"/><Relationship Id="rId6" Type="http://schemas.openxmlformats.org/officeDocument/2006/relationships/image" Target="../media/image46.jpg"/><Relationship Id="rId7" Type="http://schemas.openxmlformats.org/officeDocument/2006/relationships/image" Target="../media/image47.jpg"/><Relationship Id="rId8" Type="http://schemas.openxmlformats.org/officeDocument/2006/relationships/image" Target="../media/image48.jpg"/><Relationship Id="rId9" Type="http://schemas.openxmlformats.org/officeDocument/2006/relationships/image" Target="../media/image49.jpg"/><Relationship Id="rId10" Type="http://schemas.openxmlformats.org/officeDocument/2006/relationships/image" Target="../media/image50.jpg"/><Relationship Id="rId11" Type="http://schemas.openxmlformats.org/officeDocument/2006/relationships/image" Target="../media/image5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image" Target="../media/image53.jpg"/><Relationship Id="rId4" Type="http://schemas.openxmlformats.org/officeDocument/2006/relationships/image" Target="../media/image54.jpg"/><Relationship Id="rId5" Type="http://schemas.openxmlformats.org/officeDocument/2006/relationships/image" Target="../media/image55.jpg"/><Relationship Id="rId6" Type="http://schemas.openxmlformats.org/officeDocument/2006/relationships/image" Target="../media/image56.jpg"/><Relationship Id="rId7" Type="http://schemas.openxmlformats.org/officeDocument/2006/relationships/image" Target="../media/image57.jpg"/><Relationship Id="rId8" Type="http://schemas.openxmlformats.org/officeDocument/2006/relationships/image" Target="../media/image58.jpg"/><Relationship Id="rId9" Type="http://schemas.openxmlformats.org/officeDocument/2006/relationships/image" Target="../media/image59.jpg"/><Relationship Id="rId10" Type="http://schemas.openxmlformats.org/officeDocument/2006/relationships/image" Target="../media/image60.jpg"/><Relationship Id="rId11" Type="http://schemas.openxmlformats.org/officeDocument/2006/relationships/image" Target="../media/image6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jpg"/><Relationship Id="rId3" Type="http://schemas.openxmlformats.org/officeDocument/2006/relationships/image" Target="../media/image63.jpg"/><Relationship Id="rId4" Type="http://schemas.openxmlformats.org/officeDocument/2006/relationships/image" Target="../media/image64.jpg"/><Relationship Id="rId5" Type="http://schemas.openxmlformats.org/officeDocument/2006/relationships/image" Target="../media/image65.jpg"/><Relationship Id="rId6" Type="http://schemas.openxmlformats.org/officeDocument/2006/relationships/image" Target="../media/image66.jpg"/><Relationship Id="rId7" Type="http://schemas.openxmlformats.org/officeDocument/2006/relationships/image" Target="../media/image67.jpg"/><Relationship Id="rId8" Type="http://schemas.openxmlformats.org/officeDocument/2006/relationships/image" Target="../media/image68.jpg"/><Relationship Id="rId9" Type="http://schemas.openxmlformats.org/officeDocument/2006/relationships/image" Target="../media/image69.jpg"/><Relationship Id="rId10" Type="http://schemas.openxmlformats.org/officeDocument/2006/relationships/image" Target="../media/image70.jpg"/><Relationship Id="rId11" Type="http://schemas.openxmlformats.org/officeDocument/2006/relationships/image" Target="../media/image7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jpg"/><Relationship Id="rId3" Type="http://schemas.openxmlformats.org/officeDocument/2006/relationships/image" Target="../media/image73.jpg"/><Relationship Id="rId4" Type="http://schemas.openxmlformats.org/officeDocument/2006/relationships/image" Target="../media/image74.jpg"/><Relationship Id="rId5" Type="http://schemas.openxmlformats.org/officeDocument/2006/relationships/image" Target="../media/image75.jpg"/><Relationship Id="rId6" Type="http://schemas.openxmlformats.org/officeDocument/2006/relationships/image" Target="../media/image7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C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ml-compan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0"/>
            <a:ext cx="5669280" cy="327558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65760" y="7315200"/>
            <a:ext cx="6126480" cy="27432"/>
          </a:xfrm>
          <a:prstGeom prst="rect">
            <a:avLst/>
          </a:prstGeom>
          <a:solidFill>
            <a:srgbClr val="00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498079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BARTRAC UNIT CONDITION INSPECTION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092440"/>
            <a:ext cx="6035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5FC4BF"/>
                </a:solidFill>
                <a:latin typeface="Arial Black"/>
              </a:rPr>
              <a:t>BA NUMBER:  BA2577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77824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0F4F4"/>
                </a:solidFill>
                <a:latin typeface="Calibri"/>
              </a:rPr>
              <a:t>CATERPILLAR 740 GC ARTICULATED TRUCK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9144000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SERIAL NUMBER:  3F805349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9555480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7A7A"/>
                </a:solidFill>
                <a:latin typeface="Calibri"/>
              </a:rPr>
              <a:t>INSPECTION DATE:  01/04/2025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11795760"/>
            <a:ext cx="6858000" cy="393192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1823192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FC4BF"/>
                </a:solidFill>
                <a:latin typeface="Calibri Light"/>
              </a:rPr>
              <a:t>SERVICE DRIVEN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50292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FML WHSE  BARTRAC UNIT CONDITION INSPECTION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94360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Calibri"/>
              </a:rPr>
              <a:t>BA NUMBER:  BA2577  —  CATERPILLAR 740 GC ARTICULATED TRUCK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841248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S/N:  3F805349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088136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VIN:  CAT00740C3F805349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335024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INSPECTION DATE:  01/04/2025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581912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NOTHING CHANGED TO THE CONDITION OF THE UNIT FROM LAST INSPECTION. NO CHANGES TO CONDITION.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920240"/>
            <a:ext cx="1316736" cy="242316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6" y="1938528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CHECK POINT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45336" y="1920240"/>
            <a:ext cx="557784" cy="242316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81912" y="193852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OFFLOADED /
STORAGE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03120" y="1920240"/>
            <a:ext cx="557784" cy="242316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39696" y="193852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DAMAGE
NOTED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60904" y="1920240"/>
            <a:ext cx="3968496" cy="242316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97480" y="1938528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COMMENTS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2162556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5176" y="2180844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PAINTWORK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45336" y="2162556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81912" y="218084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03120" y="2162556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39696" y="218084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2660904" y="2162556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97480" y="2180844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All in-tact, needs fresh paint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" y="2404872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" y="2423160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BODY WORK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545336" y="2404872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581912" y="242316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68A00"/>
                </a:solidFill>
                <a:latin typeface="Calibri"/>
              </a:rPr>
              <a:t>!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103120" y="2404872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139696" y="242316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2222"/>
                </a:solidFill>
                <a:latin typeface="Calibri"/>
              </a:rPr>
              <a:t>!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660904" y="2404872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97480" y="2423160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All in-tact, needs fresh paint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8600" y="2647188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5176" y="2665476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WINDOWS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545336" y="2647188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581912" y="266547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03120" y="2647188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139696" y="266547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39" name="Rectangle 38"/>
          <p:cNvSpPr/>
          <p:nvPr/>
        </p:nvSpPr>
        <p:spPr>
          <a:xfrm>
            <a:off x="2660904" y="2647188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697480" y="2665476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All in-tact, needs lots of windowlene 'cos of the bird poo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28600" y="2889504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65176" y="2907792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DECALS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545336" y="2889504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581912" y="290779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103120" y="2889504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139696" y="290779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47" name="Rectangle 46"/>
          <p:cNvSpPr/>
          <p:nvPr/>
        </p:nvSpPr>
        <p:spPr>
          <a:xfrm>
            <a:off x="2660904" y="2889504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697480" y="2907792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All in-tact, needs a good wash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28600" y="3131820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65176" y="3150108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ALL LIGHTS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545336" y="3131820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581912" y="315010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103120" y="3131820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139696" y="315010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55" name="Rectangle 54"/>
          <p:cNvSpPr/>
          <p:nvPr/>
        </p:nvSpPr>
        <p:spPr>
          <a:xfrm>
            <a:off x="2660904" y="3131820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697480" y="3150108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All in-tact, working when battery plugged in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28600" y="3374136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65176" y="3392424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BATTERIES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545336" y="3374136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581912" y="339242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103120" y="3374136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139696" y="339242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63" name="Rectangle 62"/>
          <p:cNvSpPr/>
          <p:nvPr/>
        </p:nvSpPr>
        <p:spPr>
          <a:xfrm>
            <a:off x="2660904" y="3374136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697480" y="3392424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Removed for safekeeping &amp; improved starting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28600" y="3616452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65176" y="3634740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MIRRORS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545336" y="3616452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581912" y="363474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103120" y="3616452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39696" y="363474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71" name="Rectangle 70"/>
          <p:cNvSpPr/>
          <p:nvPr/>
        </p:nvSpPr>
        <p:spPr>
          <a:xfrm>
            <a:off x="2660904" y="3616452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697480" y="3634740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All in-tact, needs a good wash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28600" y="3858768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65176" y="3877056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RADIO / AERIAL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545336" y="3858768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581912" y="387705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103120" y="3858768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139696" y="387705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79" name="Rectangle 78"/>
          <p:cNvSpPr/>
          <p:nvPr/>
        </p:nvSpPr>
        <p:spPr>
          <a:xfrm>
            <a:off x="2660904" y="3858768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697480" y="3877056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No radio — aerial stored in compartment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28600" y="4101084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65176" y="4119372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KEYS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545336" y="4101084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581912" y="411937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103120" y="4101084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139696" y="411937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87" name="Rectangle 86"/>
          <p:cNvSpPr/>
          <p:nvPr/>
        </p:nvSpPr>
        <p:spPr>
          <a:xfrm>
            <a:off x="2660904" y="4101084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697480" y="4119372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3x keys in pouch (Operators manual bag)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28600" y="4343400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65176" y="4361688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SPEAKERS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545336" y="4343400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581912" y="436168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103120" y="4343400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139696" y="436168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95" name="Rectangle 94"/>
          <p:cNvSpPr/>
          <p:nvPr/>
        </p:nvSpPr>
        <p:spPr>
          <a:xfrm>
            <a:off x="2660904" y="4343400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2697480" y="4361688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No radio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28600" y="4585716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265176" y="4604004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ASHTRAY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545336" y="4585716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581912" y="460400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2222"/>
                </a:solidFill>
                <a:latin typeface="Calibri"/>
              </a:rPr>
              <a:t>✗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103120" y="4585716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2139696" y="460400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03" name="Rectangle 102"/>
          <p:cNvSpPr/>
          <p:nvPr/>
        </p:nvSpPr>
        <p:spPr>
          <a:xfrm>
            <a:off x="2660904" y="4585716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2697480" y="4604004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No radio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28600" y="4828032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265176" y="4846320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OPERATORS MANUALS &amp; PARTS MANUALS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545336" y="4828032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581912" y="484632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2103120" y="4828032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2139696" y="484632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11" name="Rectangle 110"/>
          <p:cNvSpPr/>
          <p:nvPr/>
        </p:nvSpPr>
        <p:spPr>
          <a:xfrm>
            <a:off x="2660904" y="4828032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2697480" y="4846320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Found loose in container, storing in site office until unit loads out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228600" y="5070348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265176" y="5088636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WIPER BLADES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545336" y="5070348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581912" y="508863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103120" y="5070348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2139696" y="508863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19" name="Rectangle 118"/>
          <p:cNvSpPr/>
          <p:nvPr/>
        </p:nvSpPr>
        <p:spPr>
          <a:xfrm>
            <a:off x="2660904" y="5070348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2697480" y="5088636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All in-tact, needs a good wash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228600" y="5312664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265176" y="5330952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TYRES / TRACKS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545336" y="5312664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581912" y="533095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2103120" y="5312664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2139696" y="533095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27" name="Rectangle 126"/>
          <p:cNvSpPr/>
          <p:nvPr/>
        </p:nvSpPr>
        <p:spPr>
          <a:xfrm>
            <a:off x="2660904" y="5312664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2697480" y="5330952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Stowed in container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228600" y="5554980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265176" y="5573268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TOOL BOX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1545336" y="5554980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581912" y="557326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2222"/>
                </a:solidFill>
                <a:latin typeface="Calibri"/>
              </a:rPr>
              <a:t>✗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2103120" y="5554980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2139696" y="557326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35" name="Rectangle 134"/>
          <p:cNvSpPr/>
          <p:nvPr/>
        </p:nvSpPr>
        <p:spPr>
          <a:xfrm>
            <a:off x="2660904" y="5554980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2697480" y="5573268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Stowed in container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228600" y="5797296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265176" y="5815584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LOOSE PARTS / CRATES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1545336" y="5797296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1581912" y="581558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2103120" y="5797296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2139696" y="581558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43" name="Rectangle 142"/>
          <p:cNvSpPr/>
          <p:nvPr/>
        </p:nvSpPr>
        <p:spPr>
          <a:xfrm>
            <a:off x="2660904" y="5797296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2697480" y="5815584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In cab as per photos; In battery box as per photos; 3x unopened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228600" y="6039612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265176" y="6057900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LOCKING PIN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1545336" y="6039612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1581912" y="605790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2222"/>
                </a:solidFill>
                <a:latin typeface="Calibri"/>
              </a:rPr>
              <a:t>✗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2103120" y="6039612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2139696" y="605790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51" name="Rectangle 150"/>
          <p:cNvSpPr/>
          <p:nvPr/>
        </p:nvSpPr>
        <p:spPr>
          <a:xfrm>
            <a:off x="2660904" y="6039612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2697480" y="6057900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/>
            </a:r>
          </a:p>
        </p:txBody>
      </p:sp>
      <p:sp>
        <p:nvSpPr>
          <p:cNvPr id="153" name="Rectangle 152"/>
          <p:cNvSpPr/>
          <p:nvPr/>
        </p:nvSpPr>
        <p:spPr>
          <a:xfrm>
            <a:off x="228600" y="6281928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265176" y="6300216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BUCKET - FRONT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1545336" y="6281928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1581912" y="630021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2103120" y="6281928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2139696" y="630021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59" name="Rectangle 158"/>
          <p:cNvSpPr/>
          <p:nvPr/>
        </p:nvSpPr>
        <p:spPr>
          <a:xfrm>
            <a:off x="2660904" y="6281928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2697480" y="6300216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N/A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228600" y="6524244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265176" y="6542532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BUCKET - REAR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1545336" y="6524244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1581912" y="654253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2103120" y="6524244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2139696" y="654253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67" name="Rectangle 166"/>
          <p:cNvSpPr/>
          <p:nvPr/>
        </p:nvSpPr>
        <p:spPr>
          <a:xfrm>
            <a:off x="2660904" y="6524244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2697480" y="6542532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N/A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228600" y="6766560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265176" y="6784848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BACKHOE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1545336" y="6766560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1581912" y="678484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2103120" y="6766560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2139696" y="678484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75" name="Rectangle 174"/>
          <p:cNvSpPr/>
          <p:nvPr/>
        </p:nvSpPr>
        <p:spPr>
          <a:xfrm>
            <a:off x="2660904" y="6766560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2697480" y="6784848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N/A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228600" y="7008876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265176" y="7027164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HYDRAULIC RAMS - FRONT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1545336" y="7008876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1581912" y="702716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68A00"/>
                </a:solidFill>
                <a:latin typeface="Calibri"/>
              </a:rPr>
              <a:t>!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2103120" y="7008876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2139696" y="702716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2222"/>
                </a:solidFill>
                <a:latin typeface="Calibri"/>
              </a:rPr>
              <a:t>!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2660904" y="7008876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2697480" y="7027164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RUSTED HYDRAULIC FITTINGS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228600" y="7251192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265176" y="7269480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HYDRAULIC RAMS - REAR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1545336" y="7251192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1581912" y="726948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68A00"/>
                </a:solidFill>
                <a:latin typeface="Calibri"/>
              </a:rPr>
              <a:t>!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2103120" y="7251192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2139696" y="726948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2222"/>
                </a:solidFill>
                <a:latin typeface="Calibri"/>
              </a:rPr>
              <a:t>!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2660904" y="7251192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2697480" y="7269480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RUSTED HYDRAULIC FITTINGS &amp; CLAMPS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228600" y="7493508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265176" y="7511796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LOAD BIN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1545336" y="7493508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1581912" y="751179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68A00"/>
                </a:solidFill>
                <a:latin typeface="Calibri"/>
              </a:rPr>
              <a:t>!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2103120" y="7493508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2139696" y="751179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2222"/>
                </a:solidFill>
                <a:latin typeface="Calibri"/>
              </a:rPr>
              <a:t>!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2660904" y="7493508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2697480" y="7511796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RUSTED SEAMS AS PER PHOTOS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228600" y="7735824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265176" y="7754112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CAB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1545336" y="7735824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1581912" y="775411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2103120" y="7735824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2139696" y="775411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207" name="Rectangle 206"/>
          <p:cNvSpPr/>
          <p:nvPr/>
        </p:nvSpPr>
        <p:spPr>
          <a:xfrm>
            <a:off x="2660904" y="7735824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2697480" y="7754112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IN ORDER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228600" y="7978140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265176" y="7996428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COUNTER WEIGHT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1545336" y="7978140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1581912" y="799642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2103120" y="7978140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2139696" y="799642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215" name="Rectangle 214"/>
          <p:cNvSpPr/>
          <p:nvPr/>
        </p:nvSpPr>
        <p:spPr>
          <a:xfrm>
            <a:off x="2660904" y="7978140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2697480" y="7996428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N/A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228600" y="8220456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265176" y="8238744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RIGHT FRONT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1545336" y="8220456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1581912" y="823874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68A00"/>
                </a:solidFill>
                <a:latin typeface="Calibri"/>
              </a:rPr>
              <a:t>!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2103120" y="8220456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2139696" y="823874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2222"/>
                </a:solidFill>
                <a:latin typeface="Calibri"/>
              </a:rPr>
              <a:t>!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2660904" y="8220456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2697480" y="8238744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RUSTED FITTINGS &amp; BOLTS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228600" y="8462772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265176" y="8481060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LEFT FRONT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1545336" y="8462772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1581912" y="848106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68A00"/>
                </a:solidFill>
                <a:latin typeface="Calibri"/>
              </a:rPr>
              <a:t>!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2103120" y="8462772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2139696" y="848106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2222"/>
                </a:solidFill>
                <a:latin typeface="Calibri"/>
              </a:rPr>
              <a:t>!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2660904" y="8462772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TextBox 231"/>
          <p:cNvSpPr txBox="1"/>
          <p:nvPr/>
        </p:nvSpPr>
        <p:spPr>
          <a:xfrm>
            <a:off x="2697480" y="8481060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RUSTED FITTINGS &amp; BOLTS</a:t>
            </a:r>
          </a:p>
        </p:txBody>
      </p:sp>
      <p:sp>
        <p:nvSpPr>
          <p:cNvPr id="233" name="Rectangle 232"/>
          <p:cNvSpPr/>
          <p:nvPr/>
        </p:nvSpPr>
        <p:spPr>
          <a:xfrm>
            <a:off x="228600" y="8705088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TextBox 233"/>
          <p:cNvSpPr txBox="1"/>
          <p:nvPr/>
        </p:nvSpPr>
        <p:spPr>
          <a:xfrm>
            <a:off x="265176" y="8723376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RIGHT REAR</a:t>
            </a:r>
          </a:p>
        </p:txBody>
      </p:sp>
      <p:sp>
        <p:nvSpPr>
          <p:cNvPr id="235" name="Rectangle 234"/>
          <p:cNvSpPr/>
          <p:nvPr/>
        </p:nvSpPr>
        <p:spPr>
          <a:xfrm>
            <a:off x="1545336" y="8705088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TextBox 235"/>
          <p:cNvSpPr txBox="1"/>
          <p:nvPr/>
        </p:nvSpPr>
        <p:spPr>
          <a:xfrm>
            <a:off x="1581912" y="872337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68A00"/>
                </a:solidFill>
                <a:latin typeface="Calibri"/>
              </a:rPr>
              <a:t>!</a:t>
            </a:r>
          </a:p>
        </p:txBody>
      </p:sp>
      <p:sp>
        <p:nvSpPr>
          <p:cNvPr id="237" name="Rectangle 236"/>
          <p:cNvSpPr/>
          <p:nvPr/>
        </p:nvSpPr>
        <p:spPr>
          <a:xfrm>
            <a:off x="2103120" y="8705088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TextBox 237"/>
          <p:cNvSpPr txBox="1"/>
          <p:nvPr/>
        </p:nvSpPr>
        <p:spPr>
          <a:xfrm>
            <a:off x="2139696" y="872337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2222"/>
                </a:solidFill>
                <a:latin typeface="Calibri"/>
              </a:rPr>
              <a:t>!</a:t>
            </a:r>
          </a:p>
        </p:txBody>
      </p:sp>
      <p:sp>
        <p:nvSpPr>
          <p:cNvPr id="239" name="Rectangle 238"/>
          <p:cNvSpPr/>
          <p:nvPr/>
        </p:nvSpPr>
        <p:spPr>
          <a:xfrm>
            <a:off x="2660904" y="8705088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TextBox 239"/>
          <p:cNvSpPr txBox="1"/>
          <p:nvPr/>
        </p:nvSpPr>
        <p:spPr>
          <a:xfrm>
            <a:off x="2697480" y="8723376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RUSTED FITTINGS &amp; BOLTS</a:t>
            </a:r>
          </a:p>
        </p:txBody>
      </p:sp>
      <p:sp>
        <p:nvSpPr>
          <p:cNvPr id="241" name="Rectangle 240"/>
          <p:cNvSpPr/>
          <p:nvPr/>
        </p:nvSpPr>
        <p:spPr>
          <a:xfrm>
            <a:off x="228600" y="8947404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265176" y="8965692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LEFT REAR</a:t>
            </a:r>
          </a:p>
        </p:txBody>
      </p:sp>
      <p:sp>
        <p:nvSpPr>
          <p:cNvPr id="243" name="Rectangle 242"/>
          <p:cNvSpPr/>
          <p:nvPr/>
        </p:nvSpPr>
        <p:spPr>
          <a:xfrm>
            <a:off x="1545336" y="8947404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TextBox 243"/>
          <p:cNvSpPr txBox="1"/>
          <p:nvPr/>
        </p:nvSpPr>
        <p:spPr>
          <a:xfrm>
            <a:off x="1581912" y="896569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68A00"/>
                </a:solidFill>
                <a:latin typeface="Calibri"/>
              </a:rPr>
              <a:t>!</a:t>
            </a:r>
          </a:p>
        </p:txBody>
      </p:sp>
      <p:sp>
        <p:nvSpPr>
          <p:cNvPr id="245" name="Rectangle 244"/>
          <p:cNvSpPr/>
          <p:nvPr/>
        </p:nvSpPr>
        <p:spPr>
          <a:xfrm>
            <a:off x="2103120" y="8947404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2139696" y="896569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2222"/>
                </a:solidFill>
                <a:latin typeface="Calibri"/>
              </a:rPr>
              <a:t>!</a:t>
            </a:r>
          </a:p>
        </p:txBody>
      </p:sp>
      <p:sp>
        <p:nvSpPr>
          <p:cNvPr id="247" name="Rectangle 246"/>
          <p:cNvSpPr/>
          <p:nvPr/>
        </p:nvSpPr>
        <p:spPr>
          <a:xfrm>
            <a:off x="2660904" y="8947404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TextBox 247"/>
          <p:cNvSpPr txBox="1"/>
          <p:nvPr/>
        </p:nvSpPr>
        <p:spPr>
          <a:xfrm>
            <a:off x="2697480" y="8965692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RUSTED FITTINGS &amp; BOLTS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228600" y="9189720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TextBox 249"/>
          <p:cNvSpPr txBox="1"/>
          <p:nvPr/>
        </p:nvSpPr>
        <p:spPr>
          <a:xfrm>
            <a:off x="265176" y="9208008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RIGHT SIDE</a:t>
            </a:r>
          </a:p>
        </p:txBody>
      </p:sp>
      <p:sp>
        <p:nvSpPr>
          <p:cNvPr id="251" name="Rectangle 250"/>
          <p:cNvSpPr/>
          <p:nvPr/>
        </p:nvSpPr>
        <p:spPr>
          <a:xfrm>
            <a:off x="1545336" y="9189720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TextBox 251"/>
          <p:cNvSpPr txBox="1"/>
          <p:nvPr/>
        </p:nvSpPr>
        <p:spPr>
          <a:xfrm>
            <a:off x="1581912" y="920800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68A00"/>
                </a:solidFill>
                <a:latin typeface="Calibri"/>
              </a:rPr>
              <a:t>!</a:t>
            </a:r>
          </a:p>
        </p:txBody>
      </p:sp>
      <p:sp>
        <p:nvSpPr>
          <p:cNvPr id="253" name="Rectangle 252"/>
          <p:cNvSpPr/>
          <p:nvPr/>
        </p:nvSpPr>
        <p:spPr>
          <a:xfrm>
            <a:off x="2103120" y="9189720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TextBox 253"/>
          <p:cNvSpPr txBox="1"/>
          <p:nvPr/>
        </p:nvSpPr>
        <p:spPr>
          <a:xfrm>
            <a:off x="2139696" y="920800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2222"/>
                </a:solidFill>
                <a:latin typeface="Calibri"/>
              </a:rPr>
              <a:t>!</a:t>
            </a:r>
          </a:p>
        </p:txBody>
      </p:sp>
      <p:sp>
        <p:nvSpPr>
          <p:cNvPr id="255" name="Rectangle 254"/>
          <p:cNvSpPr/>
          <p:nvPr/>
        </p:nvSpPr>
        <p:spPr>
          <a:xfrm>
            <a:off x="2660904" y="9189720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TextBox 255"/>
          <p:cNvSpPr txBox="1"/>
          <p:nvPr/>
        </p:nvSpPr>
        <p:spPr>
          <a:xfrm>
            <a:off x="2697480" y="9208008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RUSTED FITTINGS &amp; BOLTS</a:t>
            </a:r>
          </a:p>
        </p:txBody>
      </p:sp>
      <p:sp>
        <p:nvSpPr>
          <p:cNvPr id="257" name="Rectangle 256"/>
          <p:cNvSpPr/>
          <p:nvPr/>
        </p:nvSpPr>
        <p:spPr>
          <a:xfrm>
            <a:off x="228600" y="9432036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TextBox 257"/>
          <p:cNvSpPr txBox="1"/>
          <p:nvPr/>
        </p:nvSpPr>
        <p:spPr>
          <a:xfrm>
            <a:off x="265176" y="9450324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LEFT SIDE</a:t>
            </a:r>
          </a:p>
        </p:txBody>
      </p:sp>
      <p:sp>
        <p:nvSpPr>
          <p:cNvPr id="259" name="Rectangle 258"/>
          <p:cNvSpPr/>
          <p:nvPr/>
        </p:nvSpPr>
        <p:spPr>
          <a:xfrm>
            <a:off x="1545336" y="9432036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TextBox 259"/>
          <p:cNvSpPr txBox="1"/>
          <p:nvPr/>
        </p:nvSpPr>
        <p:spPr>
          <a:xfrm>
            <a:off x="1581912" y="945032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68A00"/>
                </a:solidFill>
                <a:latin typeface="Calibri"/>
              </a:rPr>
              <a:t>!</a:t>
            </a:r>
          </a:p>
        </p:txBody>
      </p:sp>
      <p:sp>
        <p:nvSpPr>
          <p:cNvPr id="261" name="Rectangle 260"/>
          <p:cNvSpPr/>
          <p:nvPr/>
        </p:nvSpPr>
        <p:spPr>
          <a:xfrm>
            <a:off x="2103120" y="9432036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TextBox 261"/>
          <p:cNvSpPr txBox="1"/>
          <p:nvPr/>
        </p:nvSpPr>
        <p:spPr>
          <a:xfrm>
            <a:off x="2139696" y="945032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2222"/>
                </a:solidFill>
                <a:latin typeface="Calibri"/>
              </a:rPr>
              <a:t>!</a:t>
            </a:r>
          </a:p>
        </p:txBody>
      </p:sp>
      <p:sp>
        <p:nvSpPr>
          <p:cNvPr id="263" name="Rectangle 262"/>
          <p:cNvSpPr/>
          <p:nvPr/>
        </p:nvSpPr>
        <p:spPr>
          <a:xfrm>
            <a:off x="2660904" y="9432036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TextBox 263"/>
          <p:cNvSpPr txBox="1"/>
          <p:nvPr/>
        </p:nvSpPr>
        <p:spPr>
          <a:xfrm>
            <a:off x="2697480" y="9450324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RUSTED FITTINGS &amp; BOLTS</a:t>
            </a:r>
          </a:p>
        </p:txBody>
      </p:sp>
      <p:sp>
        <p:nvSpPr>
          <p:cNvPr id="265" name="Rectangle 264"/>
          <p:cNvSpPr/>
          <p:nvPr/>
        </p:nvSpPr>
        <p:spPr>
          <a:xfrm>
            <a:off x="228600" y="9674352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TextBox 265"/>
          <p:cNvSpPr txBox="1"/>
          <p:nvPr/>
        </p:nvSpPr>
        <p:spPr>
          <a:xfrm>
            <a:off x="265176" y="9692640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WHEELS</a:t>
            </a:r>
          </a:p>
        </p:txBody>
      </p:sp>
      <p:sp>
        <p:nvSpPr>
          <p:cNvPr id="267" name="Rectangle 266"/>
          <p:cNvSpPr/>
          <p:nvPr/>
        </p:nvSpPr>
        <p:spPr>
          <a:xfrm>
            <a:off x="1545336" y="9674352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TextBox 267"/>
          <p:cNvSpPr txBox="1"/>
          <p:nvPr/>
        </p:nvSpPr>
        <p:spPr>
          <a:xfrm>
            <a:off x="1581912" y="969264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269" name="Rectangle 268"/>
          <p:cNvSpPr/>
          <p:nvPr/>
        </p:nvSpPr>
        <p:spPr>
          <a:xfrm>
            <a:off x="2103120" y="9674352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TextBox 269"/>
          <p:cNvSpPr txBox="1"/>
          <p:nvPr/>
        </p:nvSpPr>
        <p:spPr>
          <a:xfrm>
            <a:off x="2139696" y="969264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271" name="Rectangle 270"/>
          <p:cNvSpPr/>
          <p:nvPr/>
        </p:nvSpPr>
        <p:spPr>
          <a:xfrm>
            <a:off x="2660904" y="9674352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TextBox 271"/>
          <p:cNvSpPr txBox="1"/>
          <p:nvPr/>
        </p:nvSpPr>
        <p:spPr>
          <a:xfrm>
            <a:off x="2697480" y="9692640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IN ORDER</a:t>
            </a:r>
          </a:p>
        </p:txBody>
      </p:sp>
      <p:sp>
        <p:nvSpPr>
          <p:cNvPr id="273" name="Rectangle 272"/>
          <p:cNvSpPr/>
          <p:nvPr/>
        </p:nvSpPr>
        <p:spPr>
          <a:xfrm>
            <a:off x="228600" y="9916668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TextBox 273"/>
          <p:cNvSpPr txBox="1"/>
          <p:nvPr/>
        </p:nvSpPr>
        <p:spPr>
          <a:xfrm>
            <a:off x="265176" y="9934956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STARTING STATUS</a:t>
            </a:r>
          </a:p>
        </p:txBody>
      </p:sp>
      <p:sp>
        <p:nvSpPr>
          <p:cNvPr id="275" name="Rectangle 274"/>
          <p:cNvSpPr/>
          <p:nvPr/>
        </p:nvSpPr>
        <p:spPr>
          <a:xfrm>
            <a:off x="1545336" y="9916668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TextBox 275"/>
          <p:cNvSpPr txBox="1"/>
          <p:nvPr/>
        </p:nvSpPr>
        <p:spPr>
          <a:xfrm>
            <a:off x="1581912" y="993495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277" name="Rectangle 276"/>
          <p:cNvSpPr/>
          <p:nvPr/>
        </p:nvSpPr>
        <p:spPr>
          <a:xfrm>
            <a:off x="2103120" y="9916668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TextBox 277"/>
          <p:cNvSpPr txBox="1"/>
          <p:nvPr/>
        </p:nvSpPr>
        <p:spPr>
          <a:xfrm>
            <a:off x="2139696" y="993495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279" name="Rectangle 278"/>
          <p:cNvSpPr/>
          <p:nvPr/>
        </p:nvSpPr>
        <p:spPr>
          <a:xfrm>
            <a:off x="2660904" y="9916668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TextBox 279"/>
          <p:cNvSpPr txBox="1"/>
          <p:nvPr/>
        </p:nvSpPr>
        <p:spPr>
          <a:xfrm>
            <a:off x="2697480" y="9934956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STARTED, MOVED, WASHED</a:t>
            </a:r>
          </a:p>
        </p:txBody>
      </p:sp>
      <p:sp>
        <p:nvSpPr>
          <p:cNvPr id="281" name="Rectangle 280"/>
          <p:cNvSpPr/>
          <p:nvPr/>
        </p:nvSpPr>
        <p:spPr>
          <a:xfrm>
            <a:off x="228600" y="10158984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TextBox 281"/>
          <p:cNvSpPr txBox="1"/>
          <p:nvPr/>
        </p:nvSpPr>
        <p:spPr>
          <a:xfrm>
            <a:off x="265176" y="10177272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LASHING HOOKS</a:t>
            </a:r>
          </a:p>
        </p:txBody>
      </p:sp>
      <p:sp>
        <p:nvSpPr>
          <p:cNvPr id="283" name="Rectangle 282"/>
          <p:cNvSpPr/>
          <p:nvPr/>
        </p:nvSpPr>
        <p:spPr>
          <a:xfrm>
            <a:off x="1545336" y="10158984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TextBox 283"/>
          <p:cNvSpPr txBox="1"/>
          <p:nvPr/>
        </p:nvSpPr>
        <p:spPr>
          <a:xfrm>
            <a:off x="1581912" y="1017727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68A00"/>
                </a:solidFill>
                <a:latin typeface="Calibri"/>
              </a:rPr>
              <a:t>!</a:t>
            </a:r>
          </a:p>
        </p:txBody>
      </p:sp>
      <p:sp>
        <p:nvSpPr>
          <p:cNvPr id="285" name="Rectangle 284"/>
          <p:cNvSpPr/>
          <p:nvPr/>
        </p:nvSpPr>
        <p:spPr>
          <a:xfrm>
            <a:off x="2103120" y="10158984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TextBox 285"/>
          <p:cNvSpPr txBox="1"/>
          <p:nvPr/>
        </p:nvSpPr>
        <p:spPr>
          <a:xfrm>
            <a:off x="2139696" y="1017727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2222"/>
                </a:solidFill>
                <a:latin typeface="Calibri"/>
              </a:rPr>
              <a:t>!</a:t>
            </a:r>
          </a:p>
        </p:txBody>
      </p:sp>
      <p:sp>
        <p:nvSpPr>
          <p:cNvPr id="287" name="Rectangle 286"/>
          <p:cNvSpPr/>
          <p:nvPr/>
        </p:nvSpPr>
        <p:spPr>
          <a:xfrm>
            <a:off x="2660904" y="10158984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TextBox 287"/>
          <p:cNvSpPr txBox="1"/>
          <p:nvPr/>
        </p:nvSpPr>
        <p:spPr>
          <a:xfrm>
            <a:off x="2697480" y="10177272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RUSTED IN AREAS &amp; ON EDGES AS PER PHOTOS</a:t>
            </a:r>
          </a:p>
        </p:txBody>
      </p:sp>
      <p:sp>
        <p:nvSpPr>
          <p:cNvPr id="289" name="Rectangle 288"/>
          <p:cNvSpPr/>
          <p:nvPr/>
        </p:nvSpPr>
        <p:spPr>
          <a:xfrm>
            <a:off x="228600" y="10401300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TextBox 289"/>
          <p:cNvSpPr txBox="1"/>
          <p:nvPr/>
        </p:nvSpPr>
        <p:spPr>
          <a:xfrm>
            <a:off x="265176" y="10419588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CAB INTERIOR</a:t>
            </a:r>
          </a:p>
        </p:txBody>
      </p:sp>
      <p:sp>
        <p:nvSpPr>
          <p:cNvPr id="291" name="Rectangle 290"/>
          <p:cNvSpPr/>
          <p:nvPr/>
        </p:nvSpPr>
        <p:spPr>
          <a:xfrm>
            <a:off x="1545336" y="10401300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TextBox 291"/>
          <p:cNvSpPr txBox="1"/>
          <p:nvPr/>
        </p:nvSpPr>
        <p:spPr>
          <a:xfrm>
            <a:off x="1581912" y="1041958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293" name="Rectangle 292"/>
          <p:cNvSpPr/>
          <p:nvPr/>
        </p:nvSpPr>
        <p:spPr>
          <a:xfrm>
            <a:off x="2103120" y="10401300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TextBox 293"/>
          <p:cNvSpPr txBox="1"/>
          <p:nvPr/>
        </p:nvSpPr>
        <p:spPr>
          <a:xfrm>
            <a:off x="2139696" y="1041958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295" name="Rectangle 294"/>
          <p:cNvSpPr/>
          <p:nvPr/>
        </p:nvSpPr>
        <p:spPr>
          <a:xfrm>
            <a:off x="2660904" y="10401300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TextBox 295"/>
          <p:cNvSpPr txBox="1"/>
          <p:nvPr/>
        </p:nvSpPr>
        <p:spPr>
          <a:xfrm>
            <a:off x="2697480" y="10419588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IN ORDER</a:t>
            </a:r>
          </a:p>
        </p:txBody>
      </p:sp>
      <p:sp>
        <p:nvSpPr>
          <p:cNvPr id="297" name="Rectangle 296"/>
          <p:cNvSpPr/>
          <p:nvPr/>
        </p:nvSpPr>
        <p:spPr>
          <a:xfrm>
            <a:off x="228600" y="10643616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TextBox 297"/>
          <p:cNvSpPr txBox="1"/>
          <p:nvPr/>
        </p:nvSpPr>
        <p:spPr>
          <a:xfrm>
            <a:off x="265176" y="10661904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ENGINE BAY</a:t>
            </a:r>
          </a:p>
        </p:txBody>
      </p:sp>
      <p:sp>
        <p:nvSpPr>
          <p:cNvPr id="299" name="Rectangle 298"/>
          <p:cNvSpPr/>
          <p:nvPr/>
        </p:nvSpPr>
        <p:spPr>
          <a:xfrm>
            <a:off x="1545336" y="10643616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TextBox 299"/>
          <p:cNvSpPr txBox="1"/>
          <p:nvPr/>
        </p:nvSpPr>
        <p:spPr>
          <a:xfrm>
            <a:off x="1581912" y="1066190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301" name="Rectangle 300"/>
          <p:cNvSpPr/>
          <p:nvPr/>
        </p:nvSpPr>
        <p:spPr>
          <a:xfrm>
            <a:off x="2103120" y="10643616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TextBox 301"/>
          <p:cNvSpPr txBox="1"/>
          <p:nvPr/>
        </p:nvSpPr>
        <p:spPr>
          <a:xfrm>
            <a:off x="2139696" y="1066190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303" name="Rectangle 302"/>
          <p:cNvSpPr/>
          <p:nvPr/>
        </p:nvSpPr>
        <p:spPr>
          <a:xfrm>
            <a:off x="2660904" y="10643616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TextBox 303"/>
          <p:cNvSpPr txBox="1"/>
          <p:nvPr/>
        </p:nvSpPr>
        <p:spPr>
          <a:xfrm>
            <a:off x="2697480" y="10661904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ISOLATED KEY REMOVED, UNABLE TO OPEN BONET. PRESUME ALL IN ORDER</a:t>
            </a:r>
          </a:p>
        </p:txBody>
      </p:sp>
      <p:sp>
        <p:nvSpPr>
          <p:cNvPr id="305" name="Rectangle 304"/>
          <p:cNvSpPr/>
          <p:nvPr/>
        </p:nvSpPr>
        <p:spPr>
          <a:xfrm>
            <a:off x="228600" y="10959084"/>
            <a:ext cx="6400800" cy="502920"/>
          </a:xfrm>
          <a:prstGeom prst="rect">
            <a:avLst/>
          </a:prstGeom>
          <a:solidFill>
            <a:srgbClr val="E8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TextBox 305"/>
          <p:cNvSpPr txBox="1"/>
          <p:nvPr/>
        </p:nvSpPr>
        <p:spPr>
          <a:xfrm>
            <a:off x="274320" y="10986516"/>
            <a:ext cx="6309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3D3B"/>
                </a:solidFill>
                <a:latin typeface="Calibri"/>
              </a:rPr>
              <a:t>GENERAL COMMENTS:</a:t>
            </a:r>
          </a:p>
        </p:txBody>
      </p:sp>
      <p:sp>
        <p:nvSpPr>
          <p:cNvPr id="307" name="TextBox 306"/>
          <p:cNvSpPr txBox="1"/>
          <p:nvPr/>
        </p:nvSpPr>
        <p:spPr>
          <a:xfrm>
            <a:off x="274320" y="11178540"/>
            <a:ext cx="6309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HUNDREDS.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NOTES  /  ADDITIONAL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58521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  <a:latin typeface="Calibri"/>
              </a:rPr>
              <a:t>This page intentionally left blank.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NOTES  /  ADDITIONAL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58521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  <a:latin typeface="Calibri"/>
              </a:rPr>
              <a:t>This page intentionally left blank.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BA2577  —  CONDITION PHOTOS  (1)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21208"/>
            <a:ext cx="3264408" cy="222382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64" y="521208"/>
            <a:ext cx="3264408" cy="222382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2854757"/>
            <a:ext cx="3264408" cy="222382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864" y="2854757"/>
            <a:ext cx="3264408" cy="2223820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" y="5188306"/>
            <a:ext cx="3264408" cy="2223820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3864" y="5188306"/>
            <a:ext cx="3264408" cy="2223820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28" y="7521854"/>
            <a:ext cx="3264408" cy="2223820"/>
          </a:xfrm>
          <a:prstGeom prst="rect">
            <a:avLst/>
          </a:prstGeom>
        </p:spPr>
      </p:pic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83864" y="7521854"/>
            <a:ext cx="3264408" cy="2223820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728" y="9855403"/>
            <a:ext cx="3264408" cy="2223820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83864" y="9855403"/>
            <a:ext cx="3264408" cy="22238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BA2577  —  CONDITION PHOTOS  (2)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21208"/>
            <a:ext cx="3264408" cy="222382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64" y="521208"/>
            <a:ext cx="3264408" cy="222382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2854757"/>
            <a:ext cx="3264408" cy="222382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864" y="2854757"/>
            <a:ext cx="3264408" cy="2223820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" y="5188306"/>
            <a:ext cx="3264408" cy="2223820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3864" y="5188306"/>
            <a:ext cx="3264408" cy="2223820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28" y="7521854"/>
            <a:ext cx="3264408" cy="2223820"/>
          </a:xfrm>
          <a:prstGeom prst="rect">
            <a:avLst/>
          </a:prstGeom>
        </p:spPr>
      </p:pic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83864" y="7521854"/>
            <a:ext cx="3264408" cy="2223820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728" y="9855403"/>
            <a:ext cx="3264408" cy="2223820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83864" y="9855403"/>
            <a:ext cx="3264408" cy="22238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BA2577  —  CONDITION PHOTOS  (3)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21208"/>
            <a:ext cx="3264408" cy="222382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64" y="521208"/>
            <a:ext cx="3264408" cy="222382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2854757"/>
            <a:ext cx="3264408" cy="222382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864" y="2854757"/>
            <a:ext cx="3264408" cy="2223820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" y="5188306"/>
            <a:ext cx="3264408" cy="2223820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3864" y="5188306"/>
            <a:ext cx="3264408" cy="2223820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28" y="7521854"/>
            <a:ext cx="3264408" cy="2223820"/>
          </a:xfrm>
          <a:prstGeom prst="rect">
            <a:avLst/>
          </a:prstGeom>
        </p:spPr>
      </p:pic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83864" y="7521854"/>
            <a:ext cx="3264408" cy="2223820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728" y="9855403"/>
            <a:ext cx="3264408" cy="2223820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83864" y="9855403"/>
            <a:ext cx="3264408" cy="22238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BA2577  —  CONDITION PHOTOS  (4)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21208"/>
            <a:ext cx="3264408" cy="222382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64" y="521208"/>
            <a:ext cx="3264408" cy="222382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2854757"/>
            <a:ext cx="3264408" cy="222382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864" y="2854757"/>
            <a:ext cx="3264408" cy="2223820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" y="5188306"/>
            <a:ext cx="3264408" cy="2223820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3864" y="5188306"/>
            <a:ext cx="3264408" cy="2223820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28" y="7521854"/>
            <a:ext cx="3264408" cy="2223820"/>
          </a:xfrm>
          <a:prstGeom prst="rect">
            <a:avLst/>
          </a:prstGeom>
        </p:spPr>
      </p:pic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83864" y="7521854"/>
            <a:ext cx="3264408" cy="2223820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728" y="9855403"/>
            <a:ext cx="3264408" cy="2223820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83864" y="9855403"/>
            <a:ext cx="3264408" cy="22238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BA2577  —  CONDITION PHOTOS  (5)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21208"/>
            <a:ext cx="3264408" cy="222382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64" y="521208"/>
            <a:ext cx="3264408" cy="222382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2854757"/>
            <a:ext cx="3264408" cy="222382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864" y="2854757"/>
            <a:ext cx="3264408" cy="2223820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" y="5188306"/>
            <a:ext cx="3264408" cy="2223820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3864" y="5188306"/>
            <a:ext cx="3264408" cy="2223820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28" y="7521854"/>
            <a:ext cx="3264408" cy="2223820"/>
          </a:xfrm>
          <a:prstGeom prst="rect">
            <a:avLst/>
          </a:prstGeom>
        </p:spPr>
      </p:pic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83864" y="7521854"/>
            <a:ext cx="3264408" cy="2223820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728" y="9855403"/>
            <a:ext cx="3264408" cy="2223820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83864" y="9855403"/>
            <a:ext cx="3264408" cy="22238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BA2577  —  CONDITION PHOTOS  (6)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21208"/>
            <a:ext cx="3264408" cy="222382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64" y="521208"/>
            <a:ext cx="3264408" cy="222382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2854757"/>
            <a:ext cx="3264408" cy="222382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864" y="2854757"/>
            <a:ext cx="3264408" cy="2223820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" y="5188306"/>
            <a:ext cx="3264408" cy="2223820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3864" y="5188306"/>
            <a:ext cx="3264408" cy="2223820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28" y="7521854"/>
            <a:ext cx="3264408" cy="2223820"/>
          </a:xfrm>
          <a:prstGeom prst="rect">
            <a:avLst/>
          </a:prstGeom>
        </p:spPr>
      </p:pic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83864" y="7521854"/>
            <a:ext cx="3264408" cy="2223820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728" y="9855403"/>
            <a:ext cx="3264408" cy="2223820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83864" y="9855403"/>
            <a:ext cx="3264408" cy="22238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BA2577  —  CONDITION PHOTOS  (7)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21208"/>
            <a:ext cx="3264408" cy="222382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64" y="521208"/>
            <a:ext cx="3264408" cy="222382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2854757"/>
            <a:ext cx="3264408" cy="222382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864" y="2854757"/>
            <a:ext cx="3264408" cy="2223820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" y="5188306"/>
            <a:ext cx="3264408" cy="2223820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3864" y="5188306"/>
            <a:ext cx="3264408" cy="2223820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28" y="7521854"/>
            <a:ext cx="3264408" cy="2223820"/>
          </a:xfrm>
          <a:prstGeom prst="rect">
            <a:avLst/>
          </a:prstGeom>
        </p:spPr>
      </p:pic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83864" y="7521854"/>
            <a:ext cx="3264408" cy="2223820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728" y="9855403"/>
            <a:ext cx="3264408" cy="2223820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83864" y="9855403"/>
            <a:ext cx="3264408" cy="22238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BA2577  —  CONDITION PHOTOS  (8)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21208"/>
            <a:ext cx="3264408" cy="222382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64" y="521208"/>
            <a:ext cx="3264408" cy="222382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2854757"/>
            <a:ext cx="3264408" cy="222382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864" y="2854757"/>
            <a:ext cx="3264408" cy="2223820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" y="5188306"/>
            <a:ext cx="3264408" cy="22238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