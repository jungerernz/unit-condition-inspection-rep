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 XXX MOTOR GRADER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TXX06333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BA3085  —  CAT XXX MOTOR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TXX06333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CAT00014TF5800369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