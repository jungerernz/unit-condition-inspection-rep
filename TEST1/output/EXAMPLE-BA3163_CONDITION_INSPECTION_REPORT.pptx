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jpg"/><Relationship Id="rId10" Type="http://schemas.openxmlformats.org/officeDocument/2006/relationships/image" Target="../media/image50.jpg"/><Relationship Id="rId11" Type="http://schemas.openxmlformats.org/officeDocument/2006/relationships/image" Target="../media/image5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jpg"/><Relationship Id="rId10" Type="http://schemas.openxmlformats.org/officeDocument/2006/relationships/image" Target="../media/image60.jpg"/><Relationship Id="rId11" Type="http://schemas.openxmlformats.org/officeDocument/2006/relationships/image" Target="../media/image6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jpg"/><Relationship Id="rId10" Type="http://schemas.openxmlformats.org/officeDocument/2006/relationships/image" Target="../media/image7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BA3163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CATERPILLAR 350 06C HYDRAULIC EXCAVATOR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NTB17515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BA3163  —  CATERPILLAR 350 06C HYDRAULIC EXCAVATOR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NTB17515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CAT00350PWDP30484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lots of windowlene 'cos of the bird poo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pouch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Stowed in container,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BA3163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BA3163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BA3163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BA3163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BA3163  —  CONDITION PHOTOS  (5)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BA3163  —  CONDITION PHOTOS  (6)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BA3163  —  CONDITION PHOTOS  (7)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