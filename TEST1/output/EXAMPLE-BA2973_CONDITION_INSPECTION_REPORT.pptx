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BA2973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 CATERPILLAR 426 07A BACKHOE LOADER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CC210772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BA2973  —   CATERPILLAR 426 07A BACKHOE LOADER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CC210772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CAT004426LJZ404199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BA2973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BA2973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