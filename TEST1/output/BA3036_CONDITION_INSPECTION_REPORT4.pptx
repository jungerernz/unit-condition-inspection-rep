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BA3036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 426 BACKHOE LOADER IN SKD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2354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13/05/2026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BA3036  —  CAT 426 BACKHOE LOADER IN SKD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JZ404401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CAT00426HJZ404401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13/05/2026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Damage to RHS grease nipple on boom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Hinge damaged on BA3036 bucket when nested therein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Other than mentioned damages to boom hinge resulting in damage to BA3036 bucket during voyage,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BA3036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BA3036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BA3036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