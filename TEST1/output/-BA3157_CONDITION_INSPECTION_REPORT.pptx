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Relationship Id="rId11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Relationship Id="rId9" Type="http://schemas.openxmlformats.org/officeDocument/2006/relationships/image" Target="../media/image19.jpg"/><Relationship Id="rId10" Type="http://schemas.openxmlformats.org/officeDocument/2006/relationships/image" Target="../media/image20.jpg"/><Relationship Id="rId11" Type="http://schemas.openxmlformats.org/officeDocument/2006/relationships/image" Target="../media/image2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29.jpg"/><Relationship Id="rId10" Type="http://schemas.openxmlformats.org/officeDocument/2006/relationships/image" Target="../media/image30.jpg"/><Relationship Id="rId11" Type="http://schemas.openxmlformats.org/officeDocument/2006/relationships/image" Target="../media/image3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35.jpg"/><Relationship Id="rId6" Type="http://schemas.openxmlformats.org/officeDocument/2006/relationships/image" Target="../media/image36.jpg"/><Relationship Id="rId7" Type="http://schemas.openxmlformats.org/officeDocument/2006/relationships/image" Target="../media/image37.jpg"/><Relationship Id="rId8" Type="http://schemas.openxmlformats.org/officeDocument/2006/relationships/image" Target="../media/image38.jpg"/><Relationship Id="rId9" Type="http://schemas.openxmlformats.org/officeDocument/2006/relationships/image" Target="../media/image39.jpg"/><Relationship Id="rId10" Type="http://schemas.openxmlformats.org/officeDocument/2006/relationships/image" Target="../media/image40.jpg"/><Relationship Id="rId11" Type="http://schemas.openxmlformats.org/officeDocument/2006/relationships/image" Target="../media/image4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image" Target="../media/image44.jpg"/><Relationship Id="rId5" Type="http://schemas.openxmlformats.org/officeDocument/2006/relationships/image" Target="../media/image45.jpg"/><Relationship Id="rId6" Type="http://schemas.openxmlformats.org/officeDocument/2006/relationships/image" Target="../media/image46.jpg"/><Relationship Id="rId7" Type="http://schemas.openxmlformats.org/officeDocument/2006/relationships/image" Target="../media/image47.jpg"/><Relationship Id="rId8" Type="http://schemas.openxmlformats.org/officeDocument/2006/relationships/image" Target="../media/image48.jpg"/><Relationship Id="rId9" Type="http://schemas.openxmlformats.org/officeDocument/2006/relationships/image" Target="../media/image49.jpg"/><Relationship Id="rId10" Type="http://schemas.openxmlformats.org/officeDocument/2006/relationships/image" Target="../media/image50.jpg"/><Relationship Id="rId11" Type="http://schemas.openxmlformats.org/officeDocument/2006/relationships/image" Target="../media/image5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jpg"/><Relationship Id="rId4" Type="http://schemas.openxmlformats.org/officeDocument/2006/relationships/image" Target="../media/image54.jpg"/><Relationship Id="rId5" Type="http://schemas.openxmlformats.org/officeDocument/2006/relationships/image" Target="../media/image55.jpg"/><Relationship Id="rId6" Type="http://schemas.openxmlformats.org/officeDocument/2006/relationships/image" Target="../media/image56.jpg"/><Relationship Id="rId7" Type="http://schemas.openxmlformats.org/officeDocument/2006/relationships/image" Target="../media/image57.jpg"/><Relationship Id="rId8" Type="http://schemas.openxmlformats.org/officeDocument/2006/relationships/image" Target="../media/image58.jpg"/><Relationship Id="rId9" Type="http://schemas.openxmlformats.org/officeDocument/2006/relationships/image" Target="../media/image59.jpg"/><Relationship Id="rId10" Type="http://schemas.openxmlformats.org/officeDocument/2006/relationships/image" Target="../media/image6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ml-compan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0"/>
            <a:ext cx="5669280" cy="32755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7315200"/>
            <a:ext cx="6126480" cy="2743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4980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BARTRAC UNIT CONDITION INSPECTION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9244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FC4BF"/>
                </a:solidFill>
                <a:latin typeface="Arial Black"/>
              </a:rPr>
              <a:t>BA NUMBER:  BA3157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7782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4"/>
                </a:solidFill>
                <a:latin typeface="Calibri"/>
              </a:rPr>
              <a:t>CATERPILLAR 14-15A MOTOR GRADER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SERIAL NUMBER:  TX06100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55548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A7A"/>
                </a:solidFill>
                <a:latin typeface="Calibri"/>
              </a:rPr>
              <a:t>INSPECTION DATE:  13/05/2026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1795760"/>
            <a:ext cx="6858000" cy="393192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82319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FC4BF"/>
                </a:solidFill>
                <a:latin typeface="Calibri Light"/>
              </a:rPr>
              <a:t>SERVICE DRIVEN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50292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FML WHSE  BARTRAC UNIT CONDITION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BA NUMBER:  BA3157  —  CATERPILLAR 14-15A MOTOR GRADER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S/N:  TX06100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88136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VIN:  CAT00014VF5800380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335024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INSPECTION DATE:  13/05/2026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58191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NOTHING CHANGED TO THE CONDITION OF THE UNIT FROM LAST INSPECTION. NO CHANGES TO CONDITION.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20240"/>
            <a:ext cx="131673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" y="193852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CHECK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45336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OFFLOADED /
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9696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DAMAGE
NOTED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0904" y="1920240"/>
            <a:ext cx="396849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93852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COMMENTS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6255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" y="218084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PAINTWORK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45336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1912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9696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60904" y="216255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218084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Damage to RHS grease nipple on boom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40487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" y="242316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BODY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45336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81912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39696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60904" y="240487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242316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Hinge damaged on BA3036 bucket when nested therein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64718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" y="266547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WINDOWS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45336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81912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39696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2660904" y="264718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266547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288950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" y="290779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DECALS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45336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81912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39696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2660904" y="288950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97480" y="290779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13182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" y="315010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ALL LIGHTS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45336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81912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03120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39696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2660904" y="313182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97480" y="315010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37413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" y="339242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BATTERIES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45336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81912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03120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39696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2660904" y="337413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97480" y="339242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Removed for safekeeping &amp; improved starting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361645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" y="363474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MIRRORS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45336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81912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03120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39696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2660904" y="361645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97480" y="363474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3858768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5176" y="387705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RADIO / AERIAL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545336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81912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03120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39696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2660904" y="3858768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97480" y="387705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 — aerial stored in compartment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4101084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5176" y="411937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KEYS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545336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81912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103120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139696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2660904" y="4101084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97480" y="411937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3x keys in torch (Operators manual bag)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4343400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5176" y="436168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SPEAKERS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545336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581912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03120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39696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2660904" y="4343400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97480" y="436168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228600" y="458571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5176" y="460400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ASHTRAY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545336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581912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103120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139696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2660904" y="458571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97480" y="460400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482803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5176" y="484632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OPERATORS MANUALS &amp; PARTS MANUALS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545336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581912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103120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139696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2660904" y="482803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697480" y="484632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Found loose in container, storing in site office until unit loads out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8600" y="507034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65176" y="508863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WIPER BLADES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45336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81912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103120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139696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2660904" y="507034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697480" y="508863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531266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65176" y="533095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TYRES / TRACKS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581912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103120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139696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2660904" y="531266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697480" y="533095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8600" y="555498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65176" y="557326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TOOL BOX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545336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581912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103120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139696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2660904" y="555498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697480" y="557326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37" name="Rectangle 136"/>
          <p:cNvSpPr/>
          <p:nvPr/>
        </p:nvSpPr>
        <p:spPr>
          <a:xfrm>
            <a:off x="228600" y="579729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65176" y="581558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LOOSE PARTS / CRATES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545336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581912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103120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139696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2660904" y="579729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697480" y="581558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cab as per photos; In battery box as per photos; 3x unopened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8600" y="603961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65176" y="605790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LOCKING PIN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545336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581912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103120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139696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2660904" y="603961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697480" y="605790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53" name="Rectangle 152"/>
          <p:cNvSpPr/>
          <p:nvPr/>
        </p:nvSpPr>
        <p:spPr>
          <a:xfrm>
            <a:off x="228600" y="6355080"/>
            <a:ext cx="6400800" cy="502920"/>
          </a:xfrm>
          <a:prstGeom prst="rect">
            <a:avLst/>
          </a:prstGeom>
          <a:solidFill>
            <a:srgbClr val="E8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74320" y="6382512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3D3B"/>
                </a:solidFill>
                <a:latin typeface="Calibri"/>
              </a:rPr>
              <a:t>GENERAL COMMENTS: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74320" y="6574536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Other than mentioned damages to boom hinge resulting in damage to BA3157 bucket during voyage, together with general transit dirt &amp; grime, machine is in excellent condition.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BA3157  —  CONDITION PHOTOS  (1)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BA3157  —  CONDITION PHOTOS  (2)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BA3157  —  CONDITION PHOTOS  (3)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BA3157  —  CONDITION PHOTOS  (4)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BA3157  —  CONDITION PHOTOS  (5)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BA3157  —  CONDITION PHOTOS  (6)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