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0" Type="http://schemas.openxmlformats.org/officeDocument/2006/relationships/image" Target="../media/image30.jpg"/><Relationship Id="rId11" Type="http://schemas.openxmlformats.org/officeDocument/2006/relationships/image" Target="../media/image3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Relationship Id="rId9" Type="http://schemas.openxmlformats.org/officeDocument/2006/relationships/image" Target="../media/image39.jpg"/><Relationship Id="rId10" Type="http://schemas.openxmlformats.org/officeDocument/2006/relationships/image" Target="../media/image40.jpg"/><Relationship Id="rId11" Type="http://schemas.openxmlformats.org/officeDocument/2006/relationships/image" Target="../media/image4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46.jpg"/><Relationship Id="rId7" Type="http://schemas.openxmlformats.org/officeDocument/2006/relationships/image" Target="../media/image47.jpg"/><Relationship Id="rId8" Type="http://schemas.openxmlformats.org/officeDocument/2006/relationships/image" Target="../media/image48.jpg"/><Relationship Id="rId9" Type="http://schemas.openxmlformats.org/officeDocument/2006/relationships/image" Target="../media/image49.jpg"/><Relationship Id="rId10" Type="http://schemas.openxmlformats.org/officeDocument/2006/relationships/image" Target="../media/image50.jpg"/><Relationship Id="rId11" Type="http://schemas.openxmlformats.org/officeDocument/2006/relationships/image" Target="../media/image5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image" Target="../media/image54.jpg"/><Relationship Id="rId5" Type="http://schemas.openxmlformats.org/officeDocument/2006/relationships/image" Target="../media/image55.jpg"/><Relationship Id="rId6" Type="http://schemas.openxmlformats.org/officeDocument/2006/relationships/image" Target="../media/image56.jpg"/><Relationship Id="rId7" Type="http://schemas.openxmlformats.org/officeDocument/2006/relationships/image" Target="../media/image57.jpg"/><Relationship Id="rId8" Type="http://schemas.openxmlformats.org/officeDocument/2006/relationships/image" Target="../media/image58.jpg"/><Relationship Id="rId9" Type="http://schemas.openxmlformats.org/officeDocument/2006/relationships/image" Target="../media/image59.jpg"/><Relationship Id="rId10" Type="http://schemas.openxmlformats.org/officeDocument/2006/relationships/image" Target="../media/image60.jpg"/><Relationship Id="rId11" Type="http://schemas.openxmlformats.org/officeDocument/2006/relationships/image" Target="../media/image6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image" Target="../media/image63.jpg"/><Relationship Id="rId4" Type="http://schemas.openxmlformats.org/officeDocument/2006/relationships/image" Target="../media/image64.jpg"/><Relationship Id="rId5" Type="http://schemas.openxmlformats.org/officeDocument/2006/relationships/image" Target="../media/image65.jpg"/><Relationship Id="rId6" Type="http://schemas.openxmlformats.org/officeDocument/2006/relationships/image" Target="../media/image66.jpg"/><Relationship Id="rId7" Type="http://schemas.openxmlformats.org/officeDocument/2006/relationships/image" Target="../media/image67.jpg"/><Relationship Id="rId8" Type="http://schemas.openxmlformats.org/officeDocument/2006/relationships/image" Target="../media/image68.jpg"/><Relationship Id="rId9" Type="http://schemas.openxmlformats.org/officeDocument/2006/relationships/image" Target="../media/image69.jpg"/><Relationship Id="rId10" Type="http://schemas.openxmlformats.org/officeDocument/2006/relationships/image" Target="../media/image70.jpg"/><Relationship Id="rId11" Type="http://schemas.openxmlformats.org/officeDocument/2006/relationships/image" Target="../media/image7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image" Target="../media/image73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76.jpg"/><Relationship Id="rId7" Type="http://schemas.openxmlformats.org/officeDocument/2006/relationships/image" Target="../media/image77.jpg"/><Relationship Id="rId8" Type="http://schemas.openxmlformats.org/officeDocument/2006/relationships/image" Target="../media/image78.jpg"/><Relationship Id="rId9" Type="http://schemas.openxmlformats.org/officeDocument/2006/relationships/image" Target="../media/image79.jpg"/><Relationship Id="rId10" Type="http://schemas.openxmlformats.org/officeDocument/2006/relationships/image" Target="../media/image80.jpg"/><Relationship Id="rId11" Type="http://schemas.openxmlformats.org/officeDocument/2006/relationships/image" Target="../media/image8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Relationship Id="rId3" Type="http://schemas.openxmlformats.org/officeDocument/2006/relationships/image" Target="../media/image83.jpg"/><Relationship Id="rId4" Type="http://schemas.openxmlformats.org/officeDocument/2006/relationships/image" Target="../media/image84.jpg"/><Relationship Id="rId5" Type="http://schemas.openxmlformats.org/officeDocument/2006/relationships/image" Target="../media/image85.jpg"/><Relationship Id="rId6" Type="http://schemas.openxmlformats.org/officeDocument/2006/relationships/image" Target="../media/image86.jpg"/><Relationship Id="rId7" Type="http://schemas.openxmlformats.org/officeDocument/2006/relationships/image" Target="../media/image87.jpg"/><Relationship Id="rId8" Type="http://schemas.openxmlformats.org/officeDocument/2006/relationships/image" Target="../media/image88.jpg"/><Relationship Id="rId9" Type="http://schemas.openxmlformats.org/officeDocument/2006/relationships/image" Target="../media/image89.jpg"/><Relationship Id="rId10" Type="http://schemas.openxmlformats.org/officeDocument/2006/relationships/image" Target="../media/image90.jpg"/><Relationship Id="rId11" Type="http://schemas.openxmlformats.org/officeDocument/2006/relationships/image" Target="../media/image9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Relationship Id="rId3" Type="http://schemas.openxmlformats.org/officeDocument/2006/relationships/image" Target="../media/image93.jpg"/><Relationship Id="rId4" Type="http://schemas.openxmlformats.org/officeDocument/2006/relationships/image" Target="../media/image94.jpg"/><Relationship Id="rId5" Type="http://schemas.openxmlformats.org/officeDocument/2006/relationships/image" Target="../media/image95.jpg"/><Relationship Id="rId6" Type="http://schemas.openxmlformats.org/officeDocument/2006/relationships/image" Target="../media/image96.jpg"/><Relationship Id="rId7" Type="http://schemas.openxmlformats.org/officeDocument/2006/relationships/image" Target="../media/image97.jpg"/><Relationship Id="rId8" Type="http://schemas.openxmlformats.org/officeDocument/2006/relationships/image" Target="../media/image98.jpg"/><Relationship Id="rId9" Type="http://schemas.openxmlformats.org/officeDocument/2006/relationships/image" Target="../media/image99.jpg"/><Relationship Id="rId10" Type="http://schemas.openxmlformats.org/officeDocument/2006/relationships/image" Target="../media/image100.jpg"/><Relationship Id="rId11" Type="http://schemas.openxmlformats.org/officeDocument/2006/relationships/image" Target="../media/image10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Relationship Id="rId3" Type="http://schemas.openxmlformats.org/officeDocument/2006/relationships/image" Target="../media/image103.jpg"/><Relationship Id="rId4" Type="http://schemas.openxmlformats.org/officeDocument/2006/relationships/image" Target="../media/image104.jpg"/><Relationship Id="rId5" Type="http://schemas.openxmlformats.org/officeDocument/2006/relationships/image" Target="../media/image105.jpg"/><Relationship Id="rId6" Type="http://schemas.openxmlformats.org/officeDocument/2006/relationships/image" Target="../media/image106.jpg"/><Relationship Id="rId7" Type="http://schemas.openxmlformats.org/officeDocument/2006/relationships/image" Target="../media/image107.jpg"/><Relationship Id="rId8" Type="http://schemas.openxmlformats.org/officeDocument/2006/relationships/image" Target="../media/image108.jpg"/><Relationship Id="rId9" Type="http://schemas.openxmlformats.org/officeDocument/2006/relationships/image" Target="../media/image109.jpg"/><Relationship Id="rId10" Type="http://schemas.openxmlformats.org/officeDocument/2006/relationships/image" Target="../media/image110.jpg"/><Relationship Id="rId11" Type="http://schemas.openxmlformats.org/officeDocument/2006/relationships/image" Target="../media/image1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ml-compan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0"/>
            <a:ext cx="5669280" cy="3275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7315200"/>
            <a:ext cx="6126480" cy="2743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BARTRAC UNIT CONDITION INSPECTION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9244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FC4BF"/>
                </a:solidFill>
                <a:latin typeface="Arial Black"/>
              </a:rPr>
              <a:t>BA NUMBER:  BA2574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7782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4"/>
                </a:solidFill>
                <a:latin typeface="Calibri"/>
              </a:rPr>
              <a:t>CATERPILLAR 740 GC ARTICULATED TRUCK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SERIAL NUMBER:  3F805343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5554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7A"/>
                </a:solidFill>
                <a:latin typeface="Calibri"/>
              </a:rPr>
              <a:t>INSPECTION DATE:  01/04/2025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1795760"/>
            <a:ext cx="6858000" cy="393192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2319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FC4BF"/>
                </a:solidFill>
                <a:latin typeface="Calibri Light"/>
              </a:rPr>
              <a:t>SERVICE DRIVEN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BA NUMBER:  BA2574  —  CATERPILLAR 740 GC ARTICULATED TRUCK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S/N:  3F805343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VIN:  CAT00740C3F805343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INSPECTION DATE:  01/04/2025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31673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920240"/>
            <a:ext cx="396849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9385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5336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216255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1808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45336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912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9696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0904" y="240487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4231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5336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1912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2660904" y="264718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26654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lots of windowlene 'cos of the bird poo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5336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81912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9696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660904" y="288950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29077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5336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1912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2660904" y="313182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31501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working when battery plugged 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45336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1912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9696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660904" y="337413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33924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45336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81912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9696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660904" y="361645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36347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45336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81912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39696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2660904" y="385876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80" y="38770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5336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1912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39696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660904" y="410108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97480" y="41193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3x keys in pouch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45336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81912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03120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39696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2660904" y="434340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97480" y="43616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45336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81912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03120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39696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2660904" y="458571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97480" y="46040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45336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81912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03120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39696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2660904" y="482803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97480" y="484632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45336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1912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03120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39696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2660904" y="507034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97480" y="508863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81912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139696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2660904" y="531266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97480" y="533095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336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81912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03120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139696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2660904" y="555498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97480" y="557326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45336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81912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03120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39696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2660904" y="579729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697480" y="581558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45336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81912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03120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139696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2660904" y="603961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97480" y="605790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28192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65176" y="630021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BUCKET - FRONT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545336" y="628192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581912" y="630021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103120" y="628192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139696" y="630021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9" name="Rectangle 158"/>
          <p:cNvSpPr/>
          <p:nvPr/>
        </p:nvSpPr>
        <p:spPr>
          <a:xfrm>
            <a:off x="2660904" y="628192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697480" y="630021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28600" y="652424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65176" y="654253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BUCKET - REAR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545336" y="652424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581912" y="654253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103120" y="652424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139696" y="654253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67" name="Rectangle 166"/>
          <p:cNvSpPr/>
          <p:nvPr/>
        </p:nvSpPr>
        <p:spPr>
          <a:xfrm>
            <a:off x="2660904" y="652424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697480" y="654253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28600" y="676656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65176" y="678484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BACKHOE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545336" y="676656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581912" y="678484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103120" y="676656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139696" y="678484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75" name="Rectangle 174"/>
          <p:cNvSpPr/>
          <p:nvPr/>
        </p:nvSpPr>
        <p:spPr>
          <a:xfrm>
            <a:off x="2660904" y="676656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697480" y="678484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28600" y="700887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65176" y="702716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HYDRAULIC RAMS - FRONT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545336" y="700887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581912" y="702716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103120" y="700887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2139696" y="702716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660904" y="700887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697480" y="702716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FITTINGS, SURFACE RUST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28600" y="725119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65176" y="726948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HYDRAULIC RAMS - REAR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545336" y="725119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581912" y="726948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103120" y="725119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139696" y="726948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660904" y="725119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697480" y="726948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FITTINGS, SURFACE RUST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28600" y="749350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265176" y="751179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LOAD BIN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545336" y="749350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581912" y="751179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103120" y="749350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2139696" y="751179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660904" y="749350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697480" y="751179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RUSTED ON SEAMS, SEE PHOTOS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228600" y="773582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265176" y="775411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CAB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545336" y="773582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581912" y="775411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2103120" y="773582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2139696" y="775411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07" name="Rectangle 206"/>
          <p:cNvSpPr/>
          <p:nvPr/>
        </p:nvSpPr>
        <p:spPr>
          <a:xfrm>
            <a:off x="2660904" y="773582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2697480" y="775411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ORDER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28600" y="797814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65176" y="79964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COUNTER WEIGHT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545336" y="797814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581912" y="79964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103120" y="797814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2139696" y="79964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15" name="Rectangle 214"/>
          <p:cNvSpPr/>
          <p:nvPr/>
        </p:nvSpPr>
        <p:spPr>
          <a:xfrm>
            <a:off x="2660904" y="797814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2697480" y="79964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228600" y="822045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265176" y="82387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RIGHT FRONT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545336" y="822045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581912" y="82387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2103120" y="822045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2139696" y="82387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2660904" y="822045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2697480" y="82387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SEAMS IN ORDER, APART FROM RUSTED FITTINGS &amp; BOLTS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28600" y="846277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265176" y="84810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LEFT FRONT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545336" y="846277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581912" y="84810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2103120" y="846277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2139696" y="84810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660904" y="846277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697480" y="84810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SEAMS IN ORDER, APART FROM RUSTED FITTINGS &amp; BOLTS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228600" y="870508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265176" y="87233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RIGHT REAR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545336" y="870508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581912" y="87233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2103120" y="870508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2139696" y="87233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2660904" y="870508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2697480" y="87233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SEAMS IN ORDER, APART FROM RUSTED FITTINGS &amp; BOLTS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228600" y="894740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265176" y="89656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LEFT REAR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545336" y="894740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581912" y="89656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2103120" y="894740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2139696" y="89656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660904" y="894740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2697480" y="89656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SEAMS IN ORDER, APART FROM RUSTED FITTINGS &amp; BOLTS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28600" y="918972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265176" y="92080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RIGHT SIDE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1545336" y="918972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1581912" y="92080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2103120" y="918972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139696" y="92080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2660904" y="918972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2697480" y="92080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RUSTED EDGES IN PLACES PER PHOTOS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228600" y="943203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65176" y="94503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LEFT SIDE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545336" y="943203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581912" y="94503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103120" y="943203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139696" y="94503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660904" y="943203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2697480" y="94503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RUSTED EDGES IN PLACES PER PHOTOS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228600" y="967435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65176" y="96926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WHEELS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1545336" y="967435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1581912" y="96926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2103120" y="967435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139696" y="96926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71" name="Rectangle 270"/>
          <p:cNvSpPr/>
          <p:nvPr/>
        </p:nvSpPr>
        <p:spPr>
          <a:xfrm>
            <a:off x="2660904" y="967435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2697480" y="96926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ORDER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228600" y="991666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265176" y="99349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STARTING STATUS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1545336" y="991666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1581912" y="99349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103120" y="991666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2139696" y="99349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79" name="Rectangle 278"/>
          <p:cNvSpPr/>
          <p:nvPr/>
        </p:nvSpPr>
        <p:spPr>
          <a:xfrm>
            <a:off x="2660904" y="991666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2697480" y="99349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STARTED, MOVED, WASHED, STOWED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228600" y="1015898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265176" y="101772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LASHING HOOKS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1545336" y="1015898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1581912" y="101772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2103120" y="1015898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2139696" y="101772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2660904" y="1015898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2697480" y="101772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RUSTED IN AREAS &amp; ON EDGES AS PER PHOTOS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228600" y="1040130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265176" y="104195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CAB INTERIOR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1545336" y="1040130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581912" y="104195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2103120" y="1040130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2139696" y="104195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95" name="Rectangle 294"/>
          <p:cNvSpPr/>
          <p:nvPr/>
        </p:nvSpPr>
        <p:spPr>
          <a:xfrm>
            <a:off x="2660904" y="1040130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2697480" y="104195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ORDER, DUSTY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228600" y="1064361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265176" y="106619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ENGINE BAY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1545336" y="1064361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1581912" y="106619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2103120" y="1064361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2139696" y="106619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03" name="Rectangle 302"/>
          <p:cNvSpPr/>
          <p:nvPr/>
        </p:nvSpPr>
        <p:spPr>
          <a:xfrm>
            <a:off x="2660904" y="1064361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2697480" y="106619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ISOLATED KEY REMOVED, UNABLE TO OPEN BONET. PRESUME ALL IN ORDER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228600" y="10959084"/>
            <a:ext cx="640080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274320" y="10986516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274320" y="11178540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HUNDREDS.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BA2574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BA2574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BA2574  —  CONDITION PHOTOS  (3)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BA2574  —  CONDITION PHOTOS  (4)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BA2574  —  CONDITION PHOTOS  (5)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BA2574  —  CONDITION PHOTOS  (6)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BA2574  —  CONDITION PHOTOS  (7)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BA2574  —  CONDITION PHOTOS  (8)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BA2574  —  CONDITION PHOTOS  (9)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BA2574  —  CONDITION PHOTOS  (10)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BA2574  —  CONDITION PHOTOS  (11)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