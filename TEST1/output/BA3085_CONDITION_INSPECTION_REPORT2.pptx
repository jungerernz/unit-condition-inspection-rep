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6858000" cy="1218895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Relationship Id="rId6" Type="http://schemas.openxmlformats.org/officeDocument/2006/relationships/image" Target="../media/image26.jpg"/><Relationship Id="rId7" Type="http://schemas.openxmlformats.org/officeDocument/2006/relationships/image" Target="../media/image27.jpg"/><Relationship Id="rId8" Type="http://schemas.openxmlformats.org/officeDocument/2006/relationships/image" Target="../media/image28.jpg"/><Relationship Id="rId9" Type="http://schemas.openxmlformats.org/officeDocument/2006/relationships/image" Target="../media/image29.jpg"/><Relationship Id="rId10" Type="http://schemas.openxmlformats.org/officeDocument/2006/relationships/image" Target="../media/image30.jpg"/><Relationship Id="rId11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Relationship Id="rId4" Type="http://schemas.openxmlformats.org/officeDocument/2006/relationships/image" Target="../media/image34.jpg"/><Relationship Id="rId5" Type="http://schemas.openxmlformats.org/officeDocument/2006/relationships/image" Target="../media/image35.jpg"/><Relationship Id="rId6" Type="http://schemas.openxmlformats.org/officeDocument/2006/relationships/image" Target="../media/image36.jpg"/><Relationship Id="rId7" Type="http://schemas.openxmlformats.org/officeDocument/2006/relationships/image" Target="../media/image37.jpg"/><Relationship Id="rId8" Type="http://schemas.openxmlformats.org/officeDocument/2006/relationships/image" Target="../media/image38.jpg"/><Relationship Id="rId9" Type="http://schemas.openxmlformats.org/officeDocument/2006/relationships/image" Target="../media/image39.jpg"/><Relationship Id="rId10" Type="http://schemas.openxmlformats.org/officeDocument/2006/relationships/image" Target="../media/image40.jpg"/><Relationship Id="rId11" Type="http://schemas.openxmlformats.org/officeDocument/2006/relationships/image" Target="../media/image4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C2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ml-company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74720"/>
            <a:ext cx="5669280" cy="32755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65760" y="7315200"/>
            <a:ext cx="6126480" cy="27432"/>
          </a:xfrm>
          <a:prstGeom prst="rect">
            <a:avLst/>
          </a:prstGeom>
          <a:solidFill>
            <a:srgbClr val="00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498079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BARTRAC UNIT CONDITION INSPECTION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092440"/>
            <a:ext cx="6035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FC4BF"/>
                </a:solidFill>
                <a:latin typeface="Arial Black"/>
              </a:rPr>
              <a:t>BA NUMBER:  BA3085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87782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0F4F4"/>
                </a:solidFill>
                <a:latin typeface="Calibri"/>
              </a:rPr>
              <a:t>CAT XXX MOTOR GRADER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23544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7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795760"/>
            <a:ext cx="6858000" cy="393192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182319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FC4BF"/>
                </a:solidFill>
                <a:latin typeface="Calibri Light"/>
              </a:rPr>
              <a:t>SERVICE DRIVEN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50292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FML WHSE  BARTRAC UNIT CONDITION INSPECTION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436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BA NUMBER:  BA3085  —  CAT XXX MOTOR GRADER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S/N:  TXX06333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088136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VIN:  CAT00014TF5800369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335024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INSPECTION DATE:  15/05/2026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581912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  <a:latin typeface="Calibri"/>
              </a:rPr>
              <a:t>NOTHING CHANGED TO THE CONDITION OF THE UNIT FROM LAST INSPECTION. NO CHANGES TO CONDITION.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20240"/>
            <a:ext cx="131673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" y="193852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CHECK POINT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45336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OFFLOADED /
STORAGE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1920240"/>
            <a:ext cx="557784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39696" y="193852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DAMAGE
NOTED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920240"/>
            <a:ext cx="3968496" cy="242316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80" y="193852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COMMENTS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216255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" y="218084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PAINTWORK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45336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81912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03120" y="216255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9696" y="218084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0904" y="216255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97480" y="218084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40487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5176" y="242316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BODY 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45336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81912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8A00"/>
                </a:solidFill>
                <a:latin typeface="Calibri"/>
              </a:rPr>
              <a:t>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03120" y="240487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39696" y="242316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60904" y="240487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242316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64718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66547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WINDOWS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545336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81912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264718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39696" y="266547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9" name="Rectangle 38"/>
          <p:cNvSpPr/>
          <p:nvPr/>
        </p:nvSpPr>
        <p:spPr>
          <a:xfrm>
            <a:off x="2660904" y="264718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7480" y="266547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288950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5176" y="290779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DECALS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45336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81912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03120" y="288950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39696" y="290779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7" name="Rectangle 46"/>
          <p:cNvSpPr/>
          <p:nvPr/>
        </p:nvSpPr>
        <p:spPr>
          <a:xfrm>
            <a:off x="2660904" y="288950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97480" y="290779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313182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315010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ALL LIGHTS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45336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81912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103120" y="313182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5010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2660904" y="313182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97480" y="315010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working when battery plugged 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37413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" y="339242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BATTERIES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45336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81912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03120" y="337413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139696" y="339242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63" name="Rectangle 62"/>
          <p:cNvSpPr/>
          <p:nvPr/>
        </p:nvSpPr>
        <p:spPr>
          <a:xfrm>
            <a:off x="2660904" y="337413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97480" y="339242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Removed for safekeeping &amp; improved starting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28600" y="361645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5176" y="363474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MIRRORS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45336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81912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03120" y="361645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39696" y="363474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1" name="Rectangle 70"/>
          <p:cNvSpPr/>
          <p:nvPr/>
        </p:nvSpPr>
        <p:spPr>
          <a:xfrm>
            <a:off x="2660904" y="361645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97480" y="363474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28600" y="3858768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65176" y="387705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RADIO / AERIAL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545336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581912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3858768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39696" y="387705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79" name="Rectangle 78"/>
          <p:cNvSpPr/>
          <p:nvPr/>
        </p:nvSpPr>
        <p:spPr>
          <a:xfrm>
            <a:off x="2660904" y="3858768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97480" y="387705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 — aerial stored in compartment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101084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65176" y="411937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KEYS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45336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81912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03120" y="4101084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139696" y="411937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7" name="Rectangle 86"/>
          <p:cNvSpPr/>
          <p:nvPr/>
        </p:nvSpPr>
        <p:spPr>
          <a:xfrm>
            <a:off x="2660904" y="4101084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97480" y="411937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3x keys in torch (Operators manual bag)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28600" y="4343400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5176" y="436168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SPEAKERS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545336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81912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03120" y="4343400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139696" y="436168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95" name="Rectangle 94"/>
          <p:cNvSpPr/>
          <p:nvPr/>
        </p:nvSpPr>
        <p:spPr>
          <a:xfrm>
            <a:off x="2660904" y="4343400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97480" y="436168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28600" y="4585716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" y="460400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ASHTRAY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545336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581912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103120" y="4585716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139696" y="460400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03" name="Rectangle 102"/>
          <p:cNvSpPr/>
          <p:nvPr/>
        </p:nvSpPr>
        <p:spPr>
          <a:xfrm>
            <a:off x="2660904" y="4585716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460400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No radio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28600" y="4828032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65176" y="484632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OPERATORS MANUALS &amp; PARTS MANUALS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545336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581912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103120" y="4828032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139696" y="484632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1" name="Rectangle 110"/>
          <p:cNvSpPr/>
          <p:nvPr/>
        </p:nvSpPr>
        <p:spPr>
          <a:xfrm>
            <a:off x="2660904" y="4828032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697480" y="484632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Found loose in container, storing in site office until unit loads out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28600" y="5070348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5176" y="5088636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WIPER BLADES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545336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581912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03120" y="5070348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139696" y="5088636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19" name="Rectangle 118"/>
          <p:cNvSpPr/>
          <p:nvPr/>
        </p:nvSpPr>
        <p:spPr>
          <a:xfrm>
            <a:off x="2660904" y="5070348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97480" y="5088636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All in-tact, needs a good wash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28600" y="5312664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65176" y="5330952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TYRES / TRACKS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545336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581912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103120" y="5312664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139696" y="5330952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27" name="Rectangle 126"/>
          <p:cNvSpPr/>
          <p:nvPr/>
        </p:nvSpPr>
        <p:spPr>
          <a:xfrm>
            <a:off x="2660904" y="5312664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97480" y="5330952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8600" y="5554980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65176" y="5573268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TOOL BOX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45336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81912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2222"/>
                </a:solidFill>
                <a:latin typeface="Calibri"/>
              </a:rPr>
              <a:t>✗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103120" y="5554980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139696" y="5573268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35" name="Rectangle 134"/>
          <p:cNvSpPr/>
          <p:nvPr/>
        </p:nvSpPr>
        <p:spPr>
          <a:xfrm>
            <a:off x="2660904" y="5554980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97480" y="5573268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Stowed in container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28600" y="5797296"/>
            <a:ext cx="131673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265176" y="5815584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LOOSE PARTS / CRATES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545336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581912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103120" y="5797296"/>
            <a:ext cx="557784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2139696" y="5815584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43" name="Rectangle 142"/>
          <p:cNvSpPr/>
          <p:nvPr/>
        </p:nvSpPr>
        <p:spPr>
          <a:xfrm>
            <a:off x="2660904" y="5797296"/>
            <a:ext cx="3968496" cy="242316"/>
          </a:xfrm>
          <a:prstGeom prst="rect">
            <a:avLst/>
          </a:prstGeom>
          <a:solidFill>
            <a:srgbClr val="F0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2697480" y="5815584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In cab as per photos; In battery box as per photos; 3x unopened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28600" y="6039612"/>
            <a:ext cx="131673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176" y="6057900"/>
            <a:ext cx="124358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  <a:latin typeface="Calibri"/>
              </a:rPr>
              <a:t>LOCKING PIN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1545336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581912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28844"/>
                </a:solidFill>
                <a:latin typeface="Calibri"/>
              </a:rPr>
              <a:t>✓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103120" y="6039612"/>
            <a:ext cx="557784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139696" y="6057900"/>
            <a:ext cx="484632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151" name="Rectangle 150"/>
          <p:cNvSpPr/>
          <p:nvPr/>
        </p:nvSpPr>
        <p:spPr>
          <a:xfrm>
            <a:off x="2660904" y="6039612"/>
            <a:ext cx="3968496" cy="24231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697480" y="6057900"/>
            <a:ext cx="3895344" cy="205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Calibri"/>
              </a:rPr>
              <a:t>N/A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28600" y="6355080"/>
            <a:ext cx="6400800" cy="502920"/>
          </a:xfrm>
          <a:prstGeom prst="rect">
            <a:avLst/>
          </a:prstGeom>
          <a:solidFill>
            <a:srgbClr val="E8F4F4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274320" y="6382512"/>
            <a:ext cx="6309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3D3B"/>
                </a:solidFill>
                <a:latin typeface="Calibri"/>
              </a:rPr>
              <a:t>GENERAL COMMENTS: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274320" y="6574536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1A1A"/>
                </a:solidFill>
                <a:latin typeface="Calibri"/>
              </a:rPr>
              <a:t>Stowed in container, together with general transit dirt &amp; grime, machine is in excellent condition.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NOTES  /  ADDITIONAL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8521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This page intentionally left blank.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(1)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(2)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(3)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411480"/>
          </a:xfrm>
          <a:prstGeom prst="rect">
            <a:avLst/>
          </a:prstGeom>
          <a:solidFill>
            <a:srgbClr val="003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BA3085  —  CONDITION PHOTOS  (4)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21208"/>
            <a:ext cx="3264408" cy="222382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521208"/>
            <a:ext cx="3264408" cy="2223820"/>
          </a:xfrm>
          <a:prstGeom prst="rect">
            <a:avLst/>
          </a:prstGeom>
        </p:spPr>
      </p:pic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2854757"/>
            <a:ext cx="3264408" cy="2223820"/>
          </a:xfrm>
          <a:prstGeom prst="rect">
            <a:avLst/>
          </a:prstGeom>
        </p:spPr>
      </p:pic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54757"/>
            <a:ext cx="3264408" cy="2223820"/>
          </a:xfrm>
          <a:prstGeom prst="rect">
            <a:avLst/>
          </a:prstGeom>
        </p:spPr>
      </p:pic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" y="5188306"/>
            <a:ext cx="3264408" cy="2223820"/>
          </a:xfrm>
          <a:prstGeom prst="rect">
            <a:avLst/>
          </a:prstGeom>
        </p:spPr>
      </p:pic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864" y="5188306"/>
            <a:ext cx="3264408" cy="2223820"/>
          </a:xfrm>
          <a:prstGeom prst="rect">
            <a:avLst/>
          </a:prstGeom>
        </p:spPr>
      </p:pic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" y="7521854"/>
            <a:ext cx="3264408" cy="2223820"/>
          </a:xfrm>
          <a:prstGeom prst="rect">
            <a:avLst/>
          </a:prstGeom>
        </p:spPr>
      </p:pic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3864" y="7521854"/>
            <a:ext cx="3264408" cy="2223820"/>
          </a:xfrm>
          <a:prstGeom prst="rect">
            <a:avLst/>
          </a:prstGeom>
        </p:spPr>
      </p:pic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" y="9855403"/>
            <a:ext cx="3264408" cy="2223820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83864" y="9855403"/>
            <a:ext cx="3264408" cy="22238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