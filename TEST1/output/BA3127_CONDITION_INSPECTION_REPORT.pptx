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6858000" cy="121889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Relationship Id="rId8" Type="http://schemas.openxmlformats.org/officeDocument/2006/relationships/image" Target="../media/image18.jpg"/><Relationship Id="rId9" Type="http://schemas.openxmlformats.org/officeDocument/2006/relationships/image" Target="../media/image19.jpg"/><Relationship Id="rId10" Type="http://schemas.openxmlformats.org/officeDocument/2006/relationships/image" Target="../media/image20.jpg"/><Relationship Id="rId11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Relationship Id="rId9" Type="http://schemas.openxmlformats.org/officeDocument/2006/relationships/image" Target="../media/image39.jpg"/><Relationship Id="rId10" Type="http://schemas.openxmlformats.org/officeDocument/2006/relationships/image" Target="../media/image40.jpg"/><Relationship Id="rId11" Type="http://schemas.openxmlformats.org/officeDocument/2006/relationships/image" Target="../media/image4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ml-company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74720"/>
            <a:ext cx="5669280" cy="327558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760" y="7315200"/>
            <a:ext cx="6126480" cy="2743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498079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BARTRAC UNIT CONDITION INSPECTION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92440"/>
            <a:ext cx="6035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FC4BF"/>
                </a:solidFill>
                <a:latin typeface="Arial Black"/>
              </a:rPr>
              <a:t>BA NUMBER:  BA3127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7782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4F4"/>
                </a:solidFill>
                <a:latin typeface="Calibri"/>
              </a:rPr>
              <a:t>CATERPILLAR D8GC TRACK TYPE TRACTOR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SERIAL NUMBER:  TXJ03072; TCD02740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55548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7A7A"/>
                </a:solidFill>
                <a:latin typeface="Calibri"/>
              </a:rPr>
              <a:t>INSPECTION DATE:  15/05/2026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795760"/>
            <a:ext cx="6858000" cy="393192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1823192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FC4BF"/>
                </a:solidFill>
                <a:latin typeface="Calibri Light"/>
              </a:rPr>
              <a:t>SERVICE DRIVEN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50292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FML WHSE  BARTRAC UNIT CONDITION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 NUMBER:  BA3127  —  CATERPILLAR D8GC TRACK TYPE TRACTOR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41248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S/N:  TXJ03072; TCD02740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088136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VIN:  CAT0000D8JKGX00841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335024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INSPECTION DATE:  15/05/2026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581912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NOTHING CHANGED TO THE CONDITION OF THE UNIT FROM LAST INSPECTION. NO CHANGES TO CONDITION.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920240"/>
            <a:ext cx="1316736" cy="242316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" y="1938528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CHECK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5336" y="1920240"/>
            <a:ext cx="557784" cy="242316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81912" y="193852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OFFLOADED /
STORAGE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1920240"/>
            <a:ext cx="557784" cy="242316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193852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DAMAGE
NOTED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920240"/>
            <a:ext cx="3968496" cy="242316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938528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COMMENTS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2162556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2180844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PAINTWORK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45336" y="2162556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1912" y="218084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8A00"/>
                </a:solidFill>
                <a:latin typeface="Calibri"/>
              </a:rPr>
              <a:t>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2162556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218084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2222"/>
                </a:solidFill>
                <a:latin typeface="Calibri"/>
              </a:rPr>
              <a:t>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60904" y="2162556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2180844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needs fresh paint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2404872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" y="2423160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BODY 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45336" y="2404872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81912" y="242316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8A00"/>
                </a:solidFill>
                <a:latin typeface="Calibri"/>
              </a:rPr>
              <a:t>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2404872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39696" y="242316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2222"/>
                </a:solidFill>
                <a:latin typeface="Calibri"/>
              </a:rPr>
              <a:t>!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60904" y="2404872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97480" y="2423160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needs fresh paint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2647188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176" y="2665476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WINDOWS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45336" y="2647188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81912" y="2665476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8A00"/>
                </a:solidFill>
                <a:latin typeface="Calibri"/>
              </a:rPr>
              <a:t>!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2647188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39696" y="2665476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2222"/>
                </a:solidFill>
                <a:latin typeface="Calibri"/>
              </a:rPr>
              <a:t>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60904" y="2647188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2665476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needs lots of windowlene 'cos of the bird poo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2889504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5176" y="2907792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DECALS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45336" y="2889504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81912" y="2907792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03120" y="2889504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39696" y="2907792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2660904" y="2889504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97480" y="2907792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needs a good wash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3131820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5176" y="3150108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ALL LIGHTS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545336" y="3131820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81912" y="315010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03120" y="3131820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39696" y="315010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2660904" y="3131820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97480" y="3150108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working when battery plugged 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" y="3374136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5176" y="3392424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BATTERIES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45336" y="3374136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81912" y="339242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03120" y="3374136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39696" y="339242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2660904" y="3374136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97480" y="3392424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Removed for safekeeping &amp; improved starting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" y="3616452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5176" y="3634740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MIRRORS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45336" y="3616452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581912" y="363474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03120" y="3616452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39696" y="363474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2660904" y="3616452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97480" y="3634740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needs a good wash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8600" y="3858768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65176" y="3877056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RADIO / AERIAL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545336" y="3858768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581912" y="3877056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103120" y="3858768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39696" y="3877056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2660904" y="3858768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97480" y="3877056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No radio — aerial stored in compartment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" y="4101084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" y="4119372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KEYS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45336" y="4101084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581912" y="4119372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103120" y="4101084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139696" y="4119372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2660904" y="4101084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97480" y="4119372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3x keys in torch (Operators manual bag)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" y="4343400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65176" y="4361688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SPEAKERS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545336" y="4343400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581912" y="436168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4343400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39696" y="436168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2660904" y="4343400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697480" y="4361688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No radio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28600" y="4585716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65176" y="4604004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ASHTRAY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545336" y="4585716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81912" y="460400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2222"/>
                </a:solidFill>
                <a:latin typeface="Calibri"/>
              </a:rPr>
              <a:t>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103120" y="4585716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139696" y="460400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03" name="Rectangle 102"/>
          <p:cNvSpPr/>
          <p:nvPr/>
        </p:nvSpPr>
        <p:spPr>
          <a:xfrm>
            <a:off x="2660904" y="4585716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697480" y="4604004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No radio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28600" y="4828032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5176" y="4846320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OPERATORS MANUALS &amp; PARTS MANUALS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545336" y="4828032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81912" y="484632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03120" y="4828032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139696" y="484632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2660904" y="4828032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697480" y="4846320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Found loose in container, storing in site office until unit loads out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28600" y="5070348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65176" y="5088636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WIPER BLADES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545336" y="5070348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81912" y="5088636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103120" y="5070348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39696" y="5088636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19" name="Rectangle 118"/>
          <p:cNvSpPr/>
          <p:nvPr/>
        </p:nvSpPr>
        <p:spPr>
          <a:xfrm>
            <a:off x="2660904" y="5070348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697480" y="5088636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All in-tact, needs a good wash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28600" y="5312664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" y="5330952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TYRES / TRACKS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545336" y="5312664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581912" y="5330952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103120" y="5312664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139696" y="5330952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27" name="Rectangle 126"/>
          <p:cNvSpPr/>
          <p:nvPr/>
        </p:nvSpPr>
        <p:spPr>
          <a:xfrm>
            <a:off x="2660904" y="5312664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697480" y="5330952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Stowed in container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28600" y="5554980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65176" y="5573268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TOOL BOX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545336" y="5554980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581912" y="557326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2222"/>
                </a:solidFill>
                <a:latin typeface="Calibri"/>
              </a:rPr>
              <a:t>✗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103120" y="5554980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139696" y="5573268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35" name="Rectangle 134"/>
          <p:cNvSpPr/>
          <p:nvPr/>
        </p:nvSpPr>
        <p:spPr>
          <a:xfrm>
            <a:off x="2660904" y="5554980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97480" y="5573268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Stowed in container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28600" y="5797296"/>
            <a:ext cx="131673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65176" y="5815584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LOOSE PARTS / CRATES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545336" y="5797296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581912" y="581558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103120" y="5797296"/>
            <a:ext cx="557784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139696" y="5815584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43" name="Rectangle 142"/>
          <p:cNvSpPr/>
          <p:nvPr/>
        </p:nvSpPr>
        <p:spPr>
          <a:xfrm>
            <a:off x="2660904" y="5797296"/>
            <a:ext cx="3968496" cy="242316"/>
          </a:xfrm>
          <a:prstGeom prst="rect">
            <a:avLst/>
          </a:prstGeom>
          <a:solidFill>
            <a:srgbClr val="F0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697480" y="5815584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In cab as per photos; In battery box as per photos; 3x unopened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28600" y="6039612"/>
            <a:ext cx="131673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65176" y="6057900"/>
            <a:ext cx="124358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LOCKING PIN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545336" y="6039612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81912" y="605790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28844"/>
                </a:solidFill>
                <a:latin typeface="Calibri"/>
              </a:rPr>
              <a:t>✓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103120" y="6039612"/>
            <a:ext cx="557784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139696" y="6057900"/>
            <a:ext cx="484632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51" name="Rectangle 150"/>
          <p:cNvSpPr/>
          <p:nvPr/>
        </p:nvSpPr>
        <p:spPr>
          <a:xfrm>
            <a:off x="2660904" y="6039612"/>
            <a:ext cx="3968496" cy="2423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697480" y="6057900"/>
            <a:ext cx="3895344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N/A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28600" y="6355080"/>
            <a:ext cx="6400800" cy="502920"/>
          </a:xfrm>
          <a:prstGeom prst="rect">
            <a:avLst/>
          </a:prstGeom>
          <a:solidFill>
            <a:srgbClr val="E8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4320" y="6382512"/>
            <a:ext cx="630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3D3B"/>
                </a:solidFill>
                <a:latin typeface="Calibri"/>
              </a:rPr>
              <a:t>GENERAL COMMENTS: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4320" y="6574536"/>
            <a:ext cx="6309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Calibri"/>
              </a:rPr>
              <a:t>Stowed in container, together with general transit dirt &amp; grime, machine is in excellent condition.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NOTES  /  ADDITIONAL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58521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This page intentionally left blank.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NOTES  /  ADDITIONAL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58521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Calibri"/>
              </a:rPr>
              <a:t>This page intentionally left blank.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BA3127  —  CONDITION PHOTOS  (1)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521208"/>
            <a:ext cx="3264408" cy="222382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521208"/>
            <a:ext cx="3264408" cy="222382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2854757"/>
            <a:ext cx="3264408" cy="222382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2854757"/>
            <a:ext cx="3264408" cy="2223820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" y="5188306"/>
            <a:ext cx="3264408" cy="2223820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3864" y="5188306"/>
            <a:ext cx="3264408" cy="2223820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" y="7521854"/>
            <a:ext cx="3264408" cy="2223820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3864" y="7521854"/>
            <a:ext cx="3264408" cy="2223820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728" y="9855403"/>
            <a:ext cx="3264408" cy="2223820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3864" y="9855403"/>
            <a:ext cx="3264408" cy="22238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BA3127  —  CONDITION PHOTOS  (2)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521208"/>
            <a:ext cx="3264408" cy="222382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521208"/>
            <a:ext cx="3264408" cy="222382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2854757"/>
            <a:ext cx="3264408" cy="222382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2854757"/>
            <a:ext cx="3264408" cy="2223820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" y="5188306"/>
            <a:ext cx="3264408" cy="2223820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3864" y="5188306"/>
            <a:ext cx="3264408" cy="2223820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" y="7521854"/>
            <a:ext cx="3264408" cy="2223820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3864" y="7521854"/>
            <a:ext cx="3264408" cy="2223820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728" y="9855403"/>
            <a:ext cx="3264408" cy="2223820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3864" y="9855403"/>
            <a:ext cx="3264408" cy="22238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BA3127  —  CONDITION PHOTOS  (3)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521208"/>
            <a:ext cx="3264408" cy="222382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521208"/>
            <a:ext cx="3264408" cy="222382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2854757"/>
            <a:ext cx="3264408" cy="222382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2854757"/>
            <a:ext cx="3264408" cy="2223820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" y="5188306"/>
            <a:ext cx="3264408" cy="2223820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3864" y="5188306"/>
            <a:ext cx="3264408" cy="2223820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" y="7521854"/>
            <a:ext cx="3264408" cy="2223820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3864" y="7521854"/>
            <a:ext cx="3264408" cy="2223820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728" y="9855403"/>
            <a:ext cx="3264408" cy="2223820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3864" y="9855403"/>
            <a:ext cx="3264408" cy="22238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BA3127  —  CONDITION PHOTOS  (4)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521208"/>
            <a:ext cx="3264408" cy="222382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521208"/>
            <a:ext cx="3264408" cy="222382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2854757"/>
            <a:ext cx="3264408" cy="222382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2854757"/>
            <a:ext cx="3264408" cy="2223820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" y="5188306"/>
            <a:ext cx="3264408" cy="2223820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3864" y="5188306"/>
            <a:ext cx="3264408" cy="2223820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" y="7521854"/>
            <a:ext cx="3264408" cy="2223820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3864" y="7521854"/>
            <a:ext cx="3264408" cy="2223820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728" y="9855403"/>
            <a:ext cx="3264408" cy="2223820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3864" y="9855403"/>
            <a:ext cx="3264408" cy="22238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411480"/>
          </a:xfrm>
          <a:prstGeom prst="rect">
            <a:avLst/>
          </a:prstGeom>
          <a:solidFill>
            <a:srgbClr val="003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BA3127  —  CONDITION PHOTOS  (5)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521208"/>
            <a:ext cx="3264408" cy="222382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521208"/>
            <a:ext cx="3264408" cy="222382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2854757"/>
            <a:ext cx="3264408" cy="2223820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2854757"/>
            <a:ext cx="3264408" cy="22238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