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D8GC TRACK TYPE 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TXJ03072; TCD02740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BA3127  —  CATERPILLAR D8GC TRACK TYPE 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TXJ03072; TCD02740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CAT0000D8JKGX00841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BA3127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BA3127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BA3127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BA3127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BA3127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