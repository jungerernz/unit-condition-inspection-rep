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BA3085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 EG20 BACKHOE MOTOR GRADER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SERIAL NUMBER:  TXX06333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5554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BA3085  —  CAT EG20 BACKHOE MOTOR GRADER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TXX06333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CAT00014TF5800369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Stowed in container,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