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FML WHSE  —  BARTRAC STORAGE UNITS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3657600" cy="36576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1371600"/>
            <a:ext cx="73152" cy="4114800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1371600"/>
            <a:ext cx="2286000" cy="73152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3383280"/>
            <a:ext cx="1645920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1498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FC4BF"/>
                </a:solidFill>
                <a:latin typeface="Arial Black"/>
              </a:rPr>
              <a:t>FML FREIGHT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064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7A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BA3036  —  CAT 426 BACKHOE LOADER IN SKD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JZ404401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CAT00426HJZ404401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BA3036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BA3036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