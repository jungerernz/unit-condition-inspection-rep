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68580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405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5" Type="http://schemas.openxmlformats.org/officeDocument/2006/relationships/image" Target="../media/image15.jpg"/><Relationship Id="rId10" Type="http://schemas.openxmlformats.org/officeDocument/2006/relationships/image" Target="../media/image20.jpg"/><Relationship Id="rId4" Type="http://schemas.openxmlformats.org/officeDocument/2006/relationships/image" Target="../media/image14.jpg"/><Relationship Id="rId9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11" Type="http://schemas.openxmlformats.org/officeDocument/2006/relationships/image" Target="../media/image31.jpg"/><Relationship Id="rId5" Type="http://schemas.openxmlformats.org/officeDocument/2006/relationships/image" Target="../media/image25.jpg"/><Relationship Id="rId10" Type="http://schemas.openxmlformats.org/officeDocument/2006/relationships/image" Target="../media/image30.jpg"/><Relationship Id="rId4" Type="http://schemas.openxmlformats.org/officeDocument/2006/relationships/image" Target="../media/image24.jpg"/><Relationship Id="rId9" Type="http://schemas.openxmlformats.org/officeDocument/2006/relationships/image" Target="../media/image29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g"/><Relationship Id="rId11" Type="http://schemas.openxmlformats.org/officeDocument/2006/relationships/image" Target="../media/image41.jpg"/><Relationship Id="rId5" Type="http://schemas.openxmlformats.org/officeDocument/2006/relationships/image" Target="../media/image35.jpg"/><Relationship Id="rId10" Type="http://schemas.openxmlformats.org/officeDocument/2006/relationships/image" Target="../media/image40.jpg"/><Relationship Id="rId4" Type="http://schemas.openxmlformats.org/officeDocument/2006/relationships/image" Target="../media/image34.jpg"/><Relationship Id="rId9" Type="http://schemas.openxmlformats.org/officeDocument/2006/relationships/image" Target="../media/image3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43.jpg"/><Relationship Id="rId7" Type="http://schemas.openxmlformats.org/officeDocument/2006/relationships/image" Target="../media/image47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g"/><Relationship Id="rId11" Type="http://schemas.openxmlformats.org/officeDocument/2006/relationships/image" Target="../media/image51.jpg"/><Relationship Id="rId5" Type="http://schemas.openxmlformats.org/officeDocument/2006/relationships/image" Target="../media/image45.jpg"/><Relationship Id="rId10" Type="http://schemas.openxmlformats.org/officeDocument/2006/relationships/image" Target="../media/image50.jpg"/><Relationship Id="rId4" Type="http://schemas.openxmlformats.org/officeDocument/2006/relationships/image" Target="../media/image44.jpg"/><Relationship Id="rId9" Type="http://schemas.openxmlformats.org/officeDocument/2006/relationships/image" Target="../media/image4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g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286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FML WHSE  —  BARTRAC STORAGE UNITS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3657600" cy="36576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DB564B-13F1-FC12-5A34-99A5BF033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4" y="1633870"/>
            <a:ext cx="6608452" cy="3818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BA2797  —  CAT 426 BACKHOE LOADER IN SKD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JZ404401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CAT00426HJZ404401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13/05/2026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Damage to RHS grease nipple on boom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Hinge damaged on BA3036 bucket when nested therein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Other than mentioned damages to boom hinge resulting in damage to BA3036 bucket during voyage,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279</Words>
  <Application>Microsoft Office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Ungerer</cp:lastModifiedBy>
  <cp:revision>2</cp:revision>
  <dcterms:created xsi:type="dcterms:W3CDTF">2013-01-27T09:14:16Z</dcterms:created>
  <dcterms:modified xsi:type="dcterms:W3CDTF">2026-05-15T08:17:43Z</dcterms:modified>
  <cp:category/>
</cp:coreProperties>
</file>