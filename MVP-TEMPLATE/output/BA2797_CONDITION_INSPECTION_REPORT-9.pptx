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Relationship Id="rId8" Type="http://schemas.openxmlformats.org/officeDocument/2006/relationships/image" Target="../media/image17.jpg"/><Relationship Id="rId9" Type="http://schemas.openxmlformats.org/officeDocument/2006/relationships/image" Target="../media/image18.jpg"/><Relationship Id="rId10" Type="http://schemas.openxmlformats.org/officeDocument/2006/relationships/image" Target="../media/image19.jpg"/><Relationship Id="rId11" Type="http://schemas.openxmlformats.org/officeDocument/2006/relationships/image" Target="../media/image2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26.jpg"/><Relationship Id="rId8" Type="http://schemas.openxmlformats.org/officeDocument/2006/relationships/image" Target="../media/image27.jpg"/><Relationship Id="rId9" Type="http://schemas.openxmlformats.org/officeDocument/2006/relationships/image" Target="../media/image28.jpg"/><Relationship Id="rId10" Type="http://schemas.openxmlformats.org/officeDocument/2006/relationships/image" Target="../media/image29.jpg"/><Relationship Id="rId11" Type="http://schemas.openxmlformats.org/officeDocument/2006/relationships/image" Target="../media/image3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jpg"/><Relationship Id="rId10" Type="http://schemas.openxmlformats.org/officeDocument/2006/relationships/image" Target="../media/image39.jpg"/><Relationship Id="rId11" Type="http://schemas.openxmlformats.org/officeDocument/2006/relationships/image" Target="../media/image4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Relationship Id="rId10" Type="http://schemas.openxmlformats.org/officeDocument/2006/relationships/image" Target="../media/image49.jpg"/><Relationship Id="rId11" Type="http://schemas.openxmlformats.org/officeDocument/2006/relationships/image" Target="../media/image5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image" Target="../media/image52.jpg"/><Relationship Id="rId4" Type="http://schemas.openxmlformats.org/officeDocument/2006/relationships/image" Target="../media/image53.jpg"/><Relationship Id="rId5" Type="http://schemas.openxmlformats.org/officeDocument/2006/relationships/image" Target="../media/image54.jpg"/><Relationship Id="rId6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5120640"/>
            <a:ext cx="11612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5FC4BF"/>
                </a:solidFill>
                <a:latin typeface="Arial Black"/>
              </a:rPr>
              <a:t>FML FREIGHT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8978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7A7A"/>
                </a:solidFill>
                <a:latin typeface="Calibri Light"/>
              </a:rPr>
              <a:t>SERVICE DRIVEN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FML WHSE  —  BARTRAC STORAGE UNITS INSPECTION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77240"/>
            <a:ext cx="3657600" cy="36576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0" y="1005840"/>
            <a:ext cx="73152" cy="2926080"/>
          </a:xfrm>
          <a:prstGeom prst="rect">
            <a:avLst/>
          </a:prstGeom>
          <a:solidFill>
            <a:srgbClr val="5FC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0" y="1005840"/>
            <a:ext cx="1645920" cy="73152"/>
          </a:xfrm>
          <a:prstGeom prst="rect">
            <a:avLst/>
          </a:prstGeom>
          <a:solidFill>
            <a:srgbClr val="5FC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86000"/>
            <a:ext cx="1188720" cy="7315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BA NUMBER:  BA2797  —  CAT 426 BACKHOE LOADER IN SKD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S/N:  JZ404401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VIN:  CAT00426HJZ404401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INSPECTION DATE:  13/05/2026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2377440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920240"/>
            <a:ext cx="1005840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42616" y="193852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1920240"/>
            <a:ext cx="1005840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8456" y="193852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920240"/>
            <a:ext cx="7132320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54296" y="1938528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162556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42616" y="218084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11880" y="2162556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48456" y="218084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162556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2180844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Damage to RHS grease nipple on boom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2404872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42616" y="242316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11880" y="2404872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8456" y="242316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404872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54296" y="2423160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Hinge damaged on BA3036 bucket when nested therein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06040" y="2647188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42616" y="2665476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11880" y="2647188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48456" y="2665476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4617720" y="2647188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2665476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06040" y="2889504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42616" y="2907792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11880" y="2889504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48456" y="2907792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2889504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54296" y="2907792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06040" y="3131820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42616" y="315010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11880" y="3131820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48456" y="315010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4617720" y="3131820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54296" y="3150108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06040" y="3374136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42616" y="339242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11880" y="3374136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48456" y="339242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4617720" y="3374136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54296" y="3392424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06040" y="3616452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42616" y="363474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11880" y="3616452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48456" y="363474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4617720" y="3616452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54296" y="3634740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606040" y="3858768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642616" y="3877056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11880" y="3858768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48456" y="3877056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4617720" y="3858768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654296" y="3877056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606040" y="4101084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42616" y="4119372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611880" y="4101084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48456" y="4119372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4617720" y="4101084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654296" y="4119372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606040" y="4343400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42616" y="436168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611880" y="4343400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48456" y="436168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4617720" y="4343400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654296" y="4361688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606040" y="4585716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642616" y="460400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11880" y="4585716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648456" y="460400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4617720" y="4585716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654296" y="4604004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606040" y="4828032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42616" y="484632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11880" y="4828032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48456" y="484632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4617720" y="4828032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654296" y="4846320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606040" y="5070348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42616" y="5088636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11880" y="5070348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648456" y="5088636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4617720" y="5070348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654296" y="5088636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606040" y="5312664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642616" y="5330952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611880" y="5312664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648456" y="5330952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4617720" y="5312664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654296" y="5330952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606040" y="5554980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642616" y="557326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611880" y="5554980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648456" y="5573268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4617720" y="5554980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654296" y="5573268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23774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606040" y="5797296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642616" y="581558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611880" y="5797296"/>
            <a:ext cx="100584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648456" y="5815584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4617720" y="5797296"/>
            <a:ext cx="7132320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654296" y="5815584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23774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23042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606040" y="6039612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642616" y="605790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611880" y="6039612"/>
            <a:ext cx="100584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648456" y="6057900"/>
            <a:ext cx="93268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4617720" y="6039612"/>
            <a:ext cx="7132320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654296" y="6057900"/>
            <a:ext cx="7059168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  <a:latin typeface="Calibri"/>
              </a:rPr>
              <a:t/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1170432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Other than mentioned damages to boom hinge resulting in damage to BA3036 bucket during voyage,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5929884" cy="115763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521208"/>
            <a:ext cx="5929884" cy="115763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788566"/>
            <a:ext cx="5929884" cy="115763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1788566"/>
            <a:ext cx="5929884" cy="115763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3055925"/>
            <a:ext cx="5929884" cy="115763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3055925"/>
            <a:ext cx="5929884" cy="115763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4323283"/>
            <a:ext cx="5929884" cy="115763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9340" y="4323283"/>
            <a:ext cx="5929884" cy="115763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5590641"/>
            <a:ext cx="5929884" cy="115763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9340" y="5590641"/>
            <a:ext cx="5929884" cy="11576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5929884" cy="115763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521208"/>
            <a:ext cx="5929884" cy="115763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788566"/>
            <a:ext cx="5929884" cy="115763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1788566"/>
            <a:ext cx="5929884" cy="115763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3055925"/>
            <a:ext cx="5929884" cy="115763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3055925"/>
            <a:ext cx="5929884" cy="115763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4323283"/>
            <a:ext cx="5929884" cy="115763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9340" y="4323283"/>
            <a:ext cx="5929884" cy="115763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5590641"/>
            <a:ext cx="5929884" cy="115763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9340" y="5590641"/>
            <a:ext cx="5929884" cy="11576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5929884" cy="115763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521208"/>
            <a:ext cx="5929884" cy="115763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788566"/>
            <a:ext cx="5929884" cy="115763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1788566"/>
            <a:ext cx="5929884" cy="115763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3055925"/>
            <a:ext cx="5929884" cy="115763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3055925"/>
            <a:ext cx="5929884" cy="115763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4323283"/>
            <a:ext cx="5929884" cy="115763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9340" y="4323283"/>
            <a:ext cx="5929884" cy="115763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5590641"/>
            <a:ext cx="5929884" cy="115763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9340" y="5590641"/>
            <a:ext cx="5929884" cy="1157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5929884" cy="115763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521208"/>
            <a:ext cx="5929884" cy="115763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788566"/>
            <a:ext cx="5929884" cy="115763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1788566"/>
            <a:ext cx="5929884" cy="115763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3055925"/>
            <a:ext cx="5929884" cy="115763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3055925"/>
            <a:ext cx="5929884" cy="115763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4323283"/>
            <a:ext cx="5929884" cy="115763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9340" y="4323283"/>
            <a:ext cx="5929884" cy="115763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5590641"/>
            <a:ext cx="5929884" cy="115763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9340" y="5590641"/>
            <a:ext cx="5929884" cy="11576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(5)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5929884" cy="115763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521208"/>
            <a:ext cx="5929884" cy="115763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788566"/>
            <a:ext cx="5929884" cy="115763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1788566"/>
            <a:ext cx="5929884" cy="115763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3055925"/>
            <a:ext cx="5929884" cy="115763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9340" y="3055925"/>
            <a:ext cx="5929884" cy="115763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4323283"/>
            <a:ext cx="5929884" cy="115763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9340" y="4323283"/>
            <a:ext cx="5929884" cy="115763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5590641"/>
            <a:ext cx="5929884" cy="115763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49340" y="5590641"/>
            <a:ext cx="5929884" cy="11576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BA2797  —  CONDITION PHOTOS  (6)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5929884" cy="115763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340" y="521208"/>
            <a:ext cx="5929884" cy="115763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788566"/>
            <a:ext cx="5929884" cy="115763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340" y="1788566"/>
            <a:ext cx="5929884" cy="115763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3055925"/>
            <a:ext cx="5929884" cy="11576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